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64" r:id="rId2"/>
    <p:sldId id="259" r:id="rId3"/>
    <p:sldId id="271" r:id="rId4"/>
    <p:sldId id="272" r:id="rId5"/>
    <p:sldId id="273" r:id="rId6"/>
    <p:sldId id="274" r:id="rId7"/>
    <p:sldId id="275" r:id="rId8"/>
    <p:sldId id="276" r:id="rId9"/>
  </p:sldIdLst>
  <p:sldSz cx="12192000" cy="6858000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81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3835"/>
    <a:srgbClr val="E6E4DC"/>
    <a:srgbClr val="D6D2C4"/>
    <a:srgbClr val="A619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1803" autoAdjust="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>
        <p:guide orient="horz" pos="98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92"/>
    </p:cViewPr>
  </p:sorterViewPr>
  <p:notesViewPr>
    <p:cSldViewPr snapToGrid="0">
      <p:cViewPr varScale="1">
        <p:scale>
          <a:sx n="75" d="100"/>
          <a:sy n="75" d="100"/>
        </p:scale>
        <p:origin x="403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A6A6D0-3C3C-407B-82C7-8770F7AB532E}" type="doc">
      <dgm:prSet loTypeId="urn:microsoft.com/office/officeart/2016/7/layout/ChevronBlockProcess" loCatId="process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4D2AFA6-DC3F-42D9-B55A-C3DB77770FD4}">
      <dgm:prSet/>
      <dgm:spPr/>
      <dgm:t>
        <a:bodyPr/>
        <a:lstStyle/>
        <a:p>
          <a:r>
            <a:rPr lang="en-US" dirty="0"/>
            <a:t>Step 1</a:t>
          </a:r>
        </a:p>
      </dgm:t>
    </dgm:pt>
    <dgm:pt modelId="{EF269E8F-1769-4498-BE56-92595EF4BF12}" type="parTrans" cxnId="{A9FF8860-99EC-41E7-9799-AEECB74AB74A}">
      <dgm:prSet/>
      <dgm:spPr/>
      <dgm:t>
        <a:bodyPr/>
        <a:lstStyle/>
        <a:p>
          <a:endParaRPr lang="en-US"/>
        </a:p>
      </dgm:t>
    </dgm:pt>
    <dgm:pt modelId="{68E14429-BE23-45C1-AD70-158062208568}" type="sibTrans" cxnId="{A9FF8860-99EC-41E7-9799-AEECB74AB74A}">
      <dgm:prSet/>
      <dgm:spPr/>
      <dgm:t>
        <a:bodyPr/>
        <a:lstStyle/>
        <a:p>
          <a:endParaRPr lang="en-US"/>
        </a:p>
      </dgm:t>
    </dgm:pt>
    <dgm:pt modelId="{E8263408-AF78-4C41-96B7-1377C7CE22BD}">
      <dgm:prSet custT="1"/>
      <dgm:spPr/>
      <dgm:t>
        <a:bodyPr/>
        <a:lstStyle/>
        <a:p>
          <a:r>
            <a:rPr lang="en-US" sz="1800" dirty="0"/>
            <a:t>Literature Review</a:t>
          </a:r>
        </a:p>
        <a:p>
          <a:endParaRPr lang="en-US" sz="1800" dirty="0"/>
        </a:p>
      </dgm:t>
    </dgm:pt>
    <dgm:pt modelId="{089446BD-7608-4E74-8798-4A498F07F681}" type="parTrans" cxnId="{A72DAF78-F524-424C-A8F1-3B6BC9F437B3}">
      <dgm:prSet/>
      <dgm:spPr/>
      <dgm:t>
        <a:bodyPr/>
        <a:lstStyle/>
        <a:p>
          <a:endParaRPr lang="en-US"/>
        </a:p>
      </dgm:t>
    </dgm:pt>
    <dgm:pt modelId="{F71BDA2E-5757-4BF2-B441-CBD0CBB626AC}" type="sibTrans" cxnId="{A72DAF78-F524-424C-A8F1-3B6BC9F437B3}">
      <dgm:prSet/>
      <dgm:spPr/>
      <dgm:t>
        <a:bodyPr/>
        <a:lstStyle/>
        <a:p>
          <a:endParaRPr lang="en-US"/>
        </a:p>
      </dgm:t>
    </dgm:pt>
    <dgm:pt modelId="{712BE34A-63F0-4BF9-9F61-BB1B429B9D41}">
      <dgm:prSet custT="1"/>
      <dgm:spPr/>
      <dgm:t>
        <a:bodyPr/>
        <a:lstStyle/>
        <a:p>
          <a:r>
            <a:rPr lang="en-US" sz="1400" dirty="0"/>
            <a:t>Review existing literature on Anomaly Detection using Foundation Models.</a:t>
          </a:r>
        </a:p>
      </dgm:t>
    </dgm:pt>
    <dgm:pt modelId="{CE89A99F-2692-4067-BECC-28AC19241832}" type="parTrans" cxnId="{E67FFCF0-5878-46EA-B139-B0C5BBC1AEFC}">
      <dgm:prSet/>
      <dgm:spPr/>
      <dgm:t>
        <a:bodyPr/>
        <a:lstStyle/>
        <a:p>
          <a:endParaRPr lang="en-US"/>
        </a:p>
      </dgm:t>
    </dgm:pt>
    <dgm:pt modelId="{019F3AC1-AD9F-4581-A787-7F2F0D206D19}" type="sibTrans" cxnId="{E67FFCF0-5878-46EA-B139-B0C5BBC1AEFC}">
      <dgm:prSet/>
      <dgm:spPr/>
      <dgm:t>
        <a:bodyPr/>
        <a:lstStyle/>
        <a:p>
          <a:endParaRPr lang="en-US"/>
        </a:p>
      </dgm:t>
    </dgm:pt>
    <dgm:pt modelId="{7173686D-07AE-42DA-88CD-58218B7BCB96}">
      <dgm:prSet/>
      <dgm:spPr/>
      <dgm:t>
        <a:bodyPr/>
        <a:lstStyle/>
        <a:p>
          <a:r>
            <a:rPr lang="en-US" dirty="0"/>
            <a:t>Step 2</a:t>
          </a:r>
        </a:p>
      </dgm:t>
    </dgm:pt>
    <dgm:pt modelId="{055DBF5C-BFAC-4307-AA28-74420F60E437}" type="parTrans" cxnId="{0C9BE59D-7BD4-4F76-AFFA-76B894D35E63}">
      <dgm:prSet/>
      <dgm:spPr/>
      <dgm:t>
        <a:bodyPr/>
        <a:lstStyle/>
        <a:p>
          <a:endParaRPr lang="en-US"/>
        </a:p>
      </dgm:t>
    </dgm:pt>
    <dgm:pt modelId="{5F4F9EC7-02CC-4A75-B78B-5A6534ED5DF0}" type="sibTrans" cxnId="{0C9BE59D-7BD4-4F76-AFFA-76B894D35E63}">
      <dgm:prSet/>
      <dgm:spPr/>
      <dgm:t>
        <a:bodyPr/>
        <a:lstStyle/>
        <a:p>
          <a:endParaRPr lang="en-US"/>
        </a:p>
      </dgm:t>
    </dgm:pt>
    <dgm:pt modelId="{3C5294CC-31D9-4361-8C39-4979DC18D588}">
      <dgm:prSet custT="1"/>
      <dgm:spPr/>
      <dgm:t>
        <a:bodyPr/>
        <a:lstStyle/>
        <a:p>
          <a:r>
            <a:rPr lang="en-US" sz="1800" dirty="0"/>
            <a:t>Dataset Collection and Pre-Processing</a:t>
          </a:r>
        </a:p>
        <a:p>
          <a:endParaRPr lang="en-US" sz="1800" dirty="0"/>
        </a:p>
      </dgm:t>
    </dgm:pt>
    <dgm:pt modelId="{1369B048-66FC-40C4-9128-63205CABB858}" type="parTrans" cxnId="{3D9945B9-A5CD-4186-AFCD-BCBC570C178E}">
      <dgm:prSet/>
      <dgm:spPr/>
      <dgm:t>
        <a:bodyPr/>
        <a:lstStyle/>
        <a:p>
          <a:endParaRPr lang="en-US"/>
        </a:p>
      </dgm:t>
    </dgm:pt>
    <dgm:pt modelId="{72DDEF4C-CDEC-417F-B059-75592DD31701}" type="sibTrans" cxnId="{3D9945B9-A5CD-4186-AFCD-BCBC570C178E}">
      <dgm:prSet/>
      <dgm:spPr/>
      <dgm:t>
        <a:bodyPr/>
        <a:lstStyle/>
        <a:p>
          <a:endParaRPr lang="en-US"/>
        </a:p>
      </dgm:t>
    </dgm:pt>
    <dgm:pt modelId="{27BA7916-598F-4F6D-89B8-E97ABCE4584F}">
      <dgm:prSet/>
      <dgm:spPr/>
      <dgm:t>
        <a:bodyPr/>
        <a:lstStyle/>
        <a:p>
          <a:r>
            <a:rPr lang="en-US" dirty="0"/>
            <a:t>Step 3</a:t>
          </a:r>
        </a:p>
      </dgm:t>
    </dgm:pt>
    <dgm:pt modelId="{A1146ECB-A5A0-4BD6-882F-2B99470DCE99}" type="parTrans" cxnId="{6FC3A8D0-2DC7-4192-9161-687012D8088F}">
      <dgm:prSet/>
      <dgm:spPr/>
      <dgm:t>
        <a:bodyPr/>
        <a:lstStyle/>
        <a:p>
          <a:endParaRPr lang="en-US"/>
        </a:p>
      </dgm:t>
    </dgm:pt>
    <dgm:pt modelId="{56E963DF-D8AA-4C9F-A41D-14AB63CDC7E8}" type="sibTrans" cxnId="{6FC3A8D0-2DC7-4192-9161-687012D8088F}">
      <dgm:prSet/>
      <dgm:spPr/>
      <dgm:t>
        <a:bodyPr/>
        <a:lstStyle/>
        <a:p>
          <a:endParaRPr lang="en-US"/>
        </a:p>
      </dgm:t>
    </dgm:pt>
    <dgm:pt modelId="{F25FD14C-6ED5-46A8-BA50-FA6EE9761396}">
      <dgm:prSet custT="1"/>
      <dgm:spPr/>
      <dgm:t>
        <a:bodyPr/>
        <a:lstStyle/>
        <a:p>
          <a:r>
            <a:rPr lang="en-US" sz="1800" dirty="0"/>
            <a:t>Fine Tune the Foundation Model</a:t>
          </a:r>
        </a:p>
        <a:p>
          <a:endParaRPr lang="en-US" sz="1800" dirty="0"/>
        </a:p>
      </dgm:t>
    </dgm:pt>
    <dgm:pt modelId="{C27CF813-56FA-4FAC-B16F-7DB915D130C5}" type="parTrans" cxnId="{41E62AB8-CABC-4258-AFC7-EB4B66E012FB}">
      <dgm:prSet/>
      <dgm:spPr/>
      <dgm:t>
        <a:bodyPr/>
        <a:lstStyle/>
        <a:p>
          <a:endParaRPr lang="en-US"/>
        </a:p>
      </dgm:t>
    </dgm:pt>
    <dgm:pt modelId="{0B07642B-4220-4450-B8D5-138312ACD894}" type="sibTrans" cxnId="{41E62AB8-CABC-4258-AFC7-EB4B66E012FB}">
      <dgm:prSet/>
      <dgm:spPr/>
      <dgm:t>
        <a:bodyPr/>
        <a:lstStyle/>
        <a:p>
          <a:endParaRPr lang="en-US"/>
        </a:p>
      </dgm:t>
    </dgm:pt>
    <dgm:pt modelId="{F7BDBA8A-A6BF-4722-8D64-36ADB14C11F3}">
      <dgm:prSet custT="1"/>
      <dgm:spPr/>
      <dgm:t>
        <a:bodyPr/>
        <a:lstStyle/>
        <a:p>
          <a:r>
            <a:rPr lang="en-US" sz="1400" dirty="0"/>
            <a:t>Fine tune the Foundation Model.</a:t>
          </a:r>
          <a:br>
            <a:rPr lang="en-US" sz="1400" dirty="0"/>
          </a:br>
          <a:endParaRPr lang="en-US" sz="1400" dirty="0"/>
        </a:p>
      </dgm:t>
    </dgm:pt>
    <dgm:pt modelId="{E104BFB0-B4DE-4174-9D60-0E7D556251DE}" type="parTrans" cxnId="{8DCAC26E-8876-4769-B27D-1EE92B319BE8}">
      <dgm:prSet/>
      <dgm:spPr/>
      <dgm:t>
        <a:bodyPr/>
        <a:lstStyle/>
        <a:p>
          <a:endParaRPr lang="en-US"/>
        </a:p>
      </dgm:t>
    </dgm:pt>
    <dgm:pt modelId="{CD2F5647-7E04-4E3F-AA13-6DA6DC3E13F6}" type="sibTrans" cxnId="{8DCAC26E-8876-4769-B27D-1EE92B319BE8}">
      <dgm:prSet/>
      <dgm:spPr/>
      <dgm:t>
        <a:bodyPr/>
        <a:lstStyle/>
        <a:p>
          <a:endParaRPr lang="en-US"/>
        </a:p>
      </dgm:t>
    </dgm:pt>
    <dgm:pt modelId="{878BE9DC-95B3-47B0-84C7-664DBB1FCEE5}">
      <dgm:prSet/>
      <dgm:spPr/>
      <dgm:t>
        <a:bodyPr/>
        <a:lstStyle/>
        <a:p>
          <a:r>
            <a:rPr lang="en-US" dirty="0"/>
            <a:t>Step 4</a:t>
          </a:r>
        </a:p>
      </dgm:t>
    </dgm:pt>
    <dgm:pt modelId="{AC704993-37AF-4E78-B7AB-3DC0398D1304}" type="parTrans" cxnId="{03D2605D-CFA5-4D4C-BBC3-01D39ECBC69D}">
      <dgm:prSet/>
      <dgm:spPr/>
      <dgm:t>
        <a:bodyPr/>
        <a:lstStyle/>
        <a:p>
          <a:endParaRPr lang="en-US"/>
        </a:p>
      </dgm:t>
    </dgm:pt>
    <dgm:pt modelId="{EF20F86B-AD15-410B-9F55-BFED30451F34}" type="sibTrans" cxnId="{03D2605D-CFA5-4D4C-BBC3-01D39ECBC69D}">
      <dgm:prSet/>
      <dgm:spPr/>
      <dgm:t>
        <a:bodyPr/>
        <a:lstStyle/>
        <a:p>
          <a:endParaRPr lang="en-US"/>
        </a:p>
      </dgm:t>
    </dgm:pt>
    <dgm:pt modelId="{469ABF8B-B6FC-4438-A30A-EB8E9AA8E294}">
      <dgm:prSet custT="1"/>
      <dgm:spPr/>
      <dgm:t>
        <a:bodyPr/>
        <a:lstStyle/>
        <a:p>
          <a:pPr>
            <a:buNone/>
          </a:pPr>
          <a:r>
            <a:rPr lang="en-US" sz="1800" dirty="0"/>
            <a:t>Enhance explainability</a:t>
          </a:r>
        </a:p>
        <a:p>
          <a:pPr>
            <a:buNone/>
          </a:pPr>
          <a:endParaRPr lang="en-US" sz="1400" dirty="0"/>
        </a:p>
        <a:p>
          <a:pPr>
            <a:buNone/>
          </a:pPr>
          <a:endParaRPr lang="en-US" sz="1400" dirty="0"/>
        </a:p>
        <a:p>
          <a:pPr>
            <a:buFont typeface="Arial" panose="020B0604020202020204" pitchFamily="34" charset="0"/>
            <a:buChar char="•"/>
          </a:pPr>
          <a:r>
            <a:rPr lang="en-US" sz="1400" dirty="0"/>
            <a:t>Implement mechanisms to enhance the transparency in decision making. </a:t>
          </a:r>
          <a:endParaRPr lang="en-US" sz="1800" dirty="0"/>
        </a:p>
      </dgm:t>
    </dgm:pt>
    <dgm:pt modelId="{434E57CD-C687-443D-9BD3-BE8DEB7E1BDD}" type="parTrans" cxnId="{B0C421D1-65B6-4827-976D-73B2449A6AFC}">
      <dgm:prSet/>
      <dgm:spPr/>
      <dgm:t>
        <a:bodyPr/>
        <a:lstStyle/>
        <a:p>
          <a:endParaRPr lang="en-US"/>
        </a:p>
      </dgm:t>
    </dgm:pt>
    <dgm:pt modelId="{45EACBC2-38E1-4030-A393-CFAE45B4AFB2}" type="sibTrans" cxnId="{B0C421D1-65B6-4827-976D-73B2449A6AFC}">
      <dgm:prSet/>
      <dgm:spPr/>
      <dgm:t>
        <a:bodyPr/>
        <a:lstStyle/>
        <a:p>
          <a:endParaRPr lang="en-US"/>
        </a:p>
      </dgm:t>
    </dgm:pt>
    <dgm:pt modelId="{D9F2D9CE-585A-4C74-82CC-4988FACC6077}">
      <dgm:prSet custT="1"/>
      <dgm:spPr/>
      <dgm:t>
        <a:bodyPr/>
        <a:lstStyle/>
        <a:p>
          <a:r>
            <a:rPr lang="en-US" sz="1400" dirty="0"/>
            <a:t>Review existing Foundation Models and select one to use in Anomaly Detection</a:t>
          </a:r>
          <a:r>
            <a:rPr lang="en-US" sz="1600" dirty="0"/>
            <a:t>. </a:t>
          </a:r>
        </a:p>
      </dgm:t>
    </dgm:pt>
    <dgm:pt modelId="{3081A4F1-BC6C-4172-86E8-88965C70234B}" type="parTrans" cxnId="{3AA566F9-FDCC-4E5C-B8C1-189F5ABF85BB}">
      <dgm:prSet/>
      <dgm:spPr/>
      <dgm:t>
        <a:bodyPr/>
        <a:lstStyle/>
        <a:p>
          <a:endParaRPr lang="en-US"/>
        </a:p>
      </dgm:t>
    </dgm:pt>
    <dgm:pt modelId="{2DBEFB6C-5B89-42AD-AD78-D1CF23CC17FD}" type="sibTrans" cxnId="{3AA566F9-FDCC-4E5C-B8C1-189F5ABF85BB}">
      <dgm:prSet/>
      <dgm:spPr/>
      <dgm:t>
        <a:bodyPr/>
        <a:lstStyle/>
        <a:p>
          <a:endParaRPr lang="en-US"/>
        </a:p>
      </dgm:t>
    </dgm:pt>
    <dgm:pt modelId="{A163B93F-03BA-426B-99BE-8412D3CB61D8}">
      <dgm:prSet custT="1"/>
      <dgm:spPr/>
      <dgm:t>
        <a:bodyPr/>
        <a:lstStyle/>
        <a:p>
          <a:endParaRPr lang="en-US" sz="1400" dirty="0"/>
        </a:p>
      </dgm:t>
    </dgm:pt>
    <dgm:pt modelId="{F3FE9B17-2F3B-459C-B4EF-E26E8EE1EE50}" type="parTrans" cxnId="{B6F0A685-24BE-41C4-B9A2-4B4CA8211934}">
      <dgm:prSet/>
      <dgm:spPr/>
      <dgm:t>
        <a:bodyPr/>
        <a:lstStyle/>
        <a:p>
          <a:endParaRPr lang="en-US"/>
        </a:p>
      </dgm:t>
    </dgm:pt>
    <dgm:pt modelId="{41B38AA8-2C49-4D15-B3DD-37358C639CB3}" type="sibTrans" cxnId="{B6F0A685-24BE-41C4-B9A2-4B4CA8211934}">
      <dgm:prSet/>
      <dgm:spPr/>
      <dgm:t>
        <a:bodyPr/>
        <a:lstStyle/>
        <a:p>
          <a:endParaRPr lang="en-US"/>
        </a:p>
      </dgm:t>
    </dgm:pt>
    <dgm:pt modelId="{EAB149A2-DDFE-4DDD-B9CA-F4F71BC22124}">
      <dgm:prSet custT="1"/>
      <dgm:spPr/>
      <dgm:t>
        <a:bodyPr/>
        <a:lstStyle/>
        <a:p>
          <a:r>
            <a:rPr lang="en-US" sz="1400" dirty="0"/>
            <a:t>Select two real-world datasets related to cybersecurity domain.</a:t>
          </a:r>
        </a:p>
      </dgm:t>
    </dgm:pt>
    <dgm:pt modelId="{50F52DBD-B56C-43A1-9C1F-112187BFA4B8}" type="sibTrans" cxnId="{49712AA5-4E09-4852-BB02-2EECB86AC91F}">
      <dgm:prSet/>
      <dgm:spPr/>
      <dgm:t>
        <a:bodyPr/>
        <a:lstStyle/>
        <a:p>
          <a:endParaRPr lang="en-US"/>
        </a:p>
      </dgm:t>
    </dgm:pt>
    <dgm:pt modelId="{41F142BD-D0DE-4627-8878-79F01429A909}" type="parTrans" cxnId="{49712AA5-4E09-4852-BB02-2EECB86AC91F}">
      <dgm:prSet/>
      <dgm:spPr/>
      <dgm:t>
        <a:bodyPr/>
        <a:lstStyle/>
        <a:p>
          <a:endParaRPr lang="en-US"/>
        </a:p>
      </dgm:t>
    </dgm:pt>
    <dgm:pt modelId="{3CD93500-2BBA-4913-96B1-1B9F081132BC}">
      <dgm:prSet/>
      <dgm:spPr/>
      <dgm:t>
        <a:bodyPr/>
        <a:lstStyle/>
        <a:p>
          <a:endParaRPr lang="en-US" sz="1600" dirty="0"/>
        </a:p>
      </dgm:t>
    </dgm:pt>
    <dgm:pt modelId="{D63829DE-21E3-4BDE-B824-DBD19471A3F9}" type="parTrans" cxnId="{750090DF-074B-4387-9912-F3B5F2C57047}">
      <dgm:prSet/>
      <dgm:spPr/>
      <dgm:t>
        <a:bodyPr/>
        <a:lstStyle/>
        <a:p>
          <a:endParaRPr lang="en-US"/>
        </a:p>
      </dgm:t>
    </dgm:pt>
    <dgm:pt modelId="{038ECA9B-ED99-484A-BD68-17178D65F0A7}" type="sibTrans" cxnId="{750090DF-074B-4387-9912-F3B5F2C57047}">
      <dgm:prSet/>
      <dgm:spPr/>
      <dgm:t>
        <a:bodyPr/>
        <a:lstStyle/>
        <a:p>
          <a:endParaRPr lang="en-US"/>
        </a:p>
      </dgm:t>
    </dgm:pt>
    <dgm:pt modelId="{655DCDDB-7818-4B67-A8AE-667DAA12F402}">
      <dgm:prSet/>
      <dgm:spPr/>
      <dgm:t>
        <a:bodyPr/>
        <a:lstStyle/>
        <a:p>
          <a:endParaRPr lang="en-US" sz="1600" dirty="0"/>
        </a:p>
      </dgm:t>
    </dgm:pt>
    <dgm:pt modelId="{DFBFA047-3456-4BCD-8EFA-4CAC25DD9756}" type="parTrans" cxnId="{8A814BC5-1C84-4186-9FEF-B4F4194A3A70}">
      <dgm:prSet/>
      <dgm:spPr/>
      <dgm:t>
        <a:bodyPr/>
        <a:lstStyle/>
        <a:p>
          <a:endParaRPr lang="en-US"/>
        </a:p>
      </dgm:t>
    </dgm:pt>
    <dgm:pt modelId="{9A528610-E815-410B-89FA-836F32A80974}" type="sibTrans" cxnId="{8A814BC5-1C84-4186-9FEF-B4F4194A3A70}">
      <dgm:prSet/>
      <dgm:spPr/>
      <dgm:t>
        <a:bodyPr/>
        <a:lstStyle/>
        <a:p>
          <a:endParaRPr lang="en-US"/>
        </a:p>
      </dgm:t>
    </dgm:pt>
    <dgm:pt modelId="{6E68875E-7401-4768-8933-7E7D9D3508A1}">
      <dgm:prSet/>
      <dgm:spPr/>
      <dgm:t>
        <a:bodyPr/>
        <a:lstStyle/>
        <a:p>
          <a:endParaRPr lang="en-US" sz="1600" dirty="0"/>
        </a:p>
      </dgm:t>
    </dgm:pt>
    <dgm:pt modelId="{BE3CF5B5-BE0F-44EA-A2FD-FD76700942D5}" type="parTrans" cxnId="{96B8659D-C262-4D43-AC9B-F4387564B514}">
      <dgm:prSet/>
      <dgm:spPr/>
      <dgm:t>
        <a:bodyPr/>
        <a:lstStyle/>
        <a:p>
          <a:endParaRPr lang="en-US"/>
        </a:p>
      </dgm:t>
    </dgm:pt>
    <dgm:pt modelId="{EA9814D2-943C-4097-BB00-CAE669EA48AB}" type="sibTrans" cxnId="{96B8659D-C262-4D43-AC9B-F4387564B514}">
      <dgm:prSet/>
      <dgm:spPr/>
      <dgm:t>
        <a:bodyPr/>
        <a:lstStyle/>
        <a:p>
          <a:endParaRPr lang="en-US"/>
        </a:p>
      </dgm:t>
    </dgm:pt>
    <dgm:pt modelId="{5DACEB4D-0130-4092-9545-76F638DB7EB3}">
      <dgm:prSet custT="1"/>
      <dgm:spPr/>
      <dgm:t>
        <a:bodyPr/>
        <a:lstStyle/>
        <a:p>
          <a:r>
            <a:rPr lang="en-US" sz="1400" dirty="0"/>
            <a:t>Perform data preprocessing to fine tune the foundation model selected in Step 1</a:t>
          </a:r>
        </a:p>
      </dgm:t>
    </dgm:pt>
    <dgm:pt modelId="{23FFB928-D121-41A1-AEFA-50EC74F114A2}" type="parTrans" cxnId="{996F47EA-F8FA-4F73-817D-1DACDE58475F}">
      <dgm:prSet/>
      <dgm:spPr/>
      <dgm:t>
        <a:bodyPr/>
        <a:lstStyle/>
        <a:p>
          <a:endParaRPr lang="en-US"/>
        </a:p>
      </dgm:t>
    </dgm:pt>
    <dgm:pt modelId="{17CC50E6-2079-4D8A-BA44-D49FE0FEE0CC}" type="sibTrans" cxnId="{996F47EA-F8FA-4F73-817D-1DACDE58475F}">
      <dgm:prSet/>
      <dgm:spPr/>
      <dgm:t>
        <a:bodyPr/>
        <a:lstStyle/>
        <a:p>
          <a:endParaRPr lang="en-US"/>
        </a:p>
      </dgm:t>
    </dgm:pt>
    <dgm:pt modelId="{19CF98C9-3EA2-4D53-AC03-14375D71DBDD}">
      <dgm:prSet custT="1"/>
      <dgm:spPr/>
      <dgm:t>
        <a:bodyPr/>
        <a:lstStyle/>
        <a:p>
          <a:endParaRPr lang="en-US" sz="1400" dirty="0"/>
        </a:p>
      </dgm:t>
    </dgm:pt>
    <dgm:pt modelId="{10E1F1F0-D3E2-4D4E-8592-38B0923726A7}" type="parTrans" cxnId="{61E794BC-D3B5-4897-A901-D013915DE584}">
      <dgm:prSet/>
      <dgm:spPr/>
      <dgm:t>
        <a:bodyPr/>
        <a:lstStyle/>
        <a:p>
          <a:endParaRPr lang="en-US"/>
        </a:p>
      </dgm:t>
    </dgm:pt>
    <dgm:pt modelId="{C23E6647-9BCC-43C6-AC63-BF1D1196F7B7}" type="sibTrans" cxnId="{61E794BC-D3B5-4897-A901-D013915DE584}">
      <dgm:prSet/>
      <dgm:spPr/>
      <dgm:t>
        <a:bodyPr/>
        <a:lstStyle/>
        <a:p>
          <a:endParaRPr lang="en-US"/>
        </a:p>
      </dgm:t>
    </dgm:pt>
    <dgm:pt modelId="{6855D54F-0946-4298-AF9E-1E7E5C49D0E2}">
      <dgm:prSet custT="1"/>
      <dgm:spPr/>
      <dgm:t>
        <a:bodyPr/>
        <a:lstStyle/>
        <a:p>
          <a:r>
            <a:rPr lang="en-US" sz="1400" dirty="0"/>
            <a:t>Determine efficiency and improve on the following metrics:</a:t>
          </a:r>
        </a:p>
      </dgm:t>
    </dgm:pt>
    <dgm:pt modelId="{6E3106B6-08EA-4ED2-8758-C0C84D2FF729}" type="parTrans" cxnId="{64397183-6B4A-4E30-B2C0-B5258A107528}">
      <dgm:prSet/>
      <dgm:spPr/>
      <dgm:t>
        <a:bodyPr/>
        <a:lstStyle/>
        <a:p>
          <a:endParaRPr lang="en-US"/>
        </a:p>
      </dgm:t>
    </dgm:pt>
    <dgm:pt modelId="{F165BB58-CC52-4351-9DB6-6A075F6EF5BB}" type="sibTrans" cxnId="{64397183-6B4A-4E30-B2C0-B5258A107528}">
      <dgm:prSet/>
      <dgm:spPr/>
      <dgm:t>
        <a:bodyPr/>
        <a:lstStyle/>
        <a:p>
          <a:endParaRPr lang="en-US"/>
        </a:p>
      </dgm:t>
    </dgm:pt>
    <dgm:pt modelId="{35EEFCC9-9D4E-400C-AABB-52B6E293D7A6}">
      <dgm:prSet custT="1"/>
      <dgm:spPr/>
      <dgm:t>
        <a:bodyPr/>
        <a:lstStyle/>
        <a:p>
          <a:r>
            <a:rPr lang="en-US" sz="1400" dirty="0"/>
            <a:t>Accuracy</a:t>
          </a:r>
        </a:p>
      </dgm:t>
    </dgm:pt>
    <dgm:pt modelId="{79900579-FC01-412C-A81C-18841B407AC8}" type="parTrans" cxnId="{DEF44AEF-76F0-4906-9A39-90B70A1FBA29}">
      <dgm:prSet/>
      <dgm:spPr/>
      <dgm:t>
        <a:bodyPr/>
        <a:lstStyle/>
        <a:p>
          <a:endParaRPr lang="en-US"/>
        </a:p>
      </dgm:t>
    </dgm:pt>
    <dgm:pt modelId="{B7714739-FE63-41F0-9351-C862BD85F974}" type="sibTrans" cxnId="{DEF44AEF-76F0-4906-9A39-90B70A1FBA29}">
      <dgm:prSet/>
      <dgm:spPr/>
      <dgm:t>
        <a:bodyPr/>
        <a:lstStyle/>
        <a:p>
          <a:endParaRPr lang="en-US"/>
        </a:p>
      </dgm:t>
    </dgm:pt>
    <dgm:pt modelId="{B4DAEB41-8C2E-4688-AEE6-BB3529E3E5A3}">
      <dgm:prSet custT="1"/>
      <dgm:spPr/>
      <dgm:t>
        <a:bodyPr/>
        <a:lstStyle/>
        <a:p>
          <a:r>
            <a:rPr lang="en-US" sz="1400" dirty="0"/>
            <a:t>Resource Utilization</a:t>
          </a:r>
        </a:p>
      </dgm:t>
    </dgm:pt>
    <dgm:pt modelId="{B1BC558C-6780-48E1-B59D-D988E37210C2}" type="parTrans" cxnId="{30E0D3DB-4642-4B9B-953B-42DA2E4E1725}">
      <dgm:prSet/>
      <dgm:spPr/>
      <dgm:t>
        <a:bodyPr/>
        <a:lstStyle/>
        <a:p>
          <a:endParaRPr lang="en-US"/>
        </a:p>
      </dgm:t>
    </dgm:pt>
    <dgm:pt modelId="{32430DA8-9F18-4D43-A96D-268B17C94B0C}" type="sibTrans" cxnId="{30E0D3DB-4642-4B9B-953B-42DA2E4E1725}">
      <dgm:prSet/>
      <dgm:spPr/>
      <dgm:t>
        <a:bodyPr/>
        <a:lstStyle/>
        <a:p>
          <a:endParaRPr lang="en-US"/>
        </a:p>
      </dgm:t>
    </dgm:pt>
    <dgm:pt modelId="{2276F754-AFF7-47EF-99F9-71FA2CFC5869}">
      <dgm:prSet/>
      <dgm:spPr/>
      <dgm:t>
        <a:bodyPr/>
        <a:lstStyle/>
        <a:p>
          <a:r>
            <a:rPr lang="en-US" dirty="0"/>
            <a:t>Step 5</a:t>
          </a:r>
        </a:p>
      </dgm:t>
    </dgm:pt>
    <dgm:pt modelId="{527550F0-D28B-4DF2-A85C-4BA97C8527E2}" type="parTrans" cxnId="{358BB57A-6764-48C3-B0C9-F68663E725D1}">
      <dgm:prSet/>
      <dgm:spPr/>
      <dgm:t>
        <a:bodyPr/>
        <a:lstStyle/>
        <a:p>
          <a:endParaRPr lang="en-US"/>
        </a:p>
      </dgm:t>
    </dgm:pt>
    <dgm:pt modelId="{8A4944C6-8474-4073-A1CD-3AD02D5BD422}" type="sibTrans" cxnId="{358BB57A-6764-48C3-B0C9-F68663E725D1}">
      <dgm:prSet/>
      <dgm:spPr/>
      <dgm:t>
        <a:bodyPr/>
        <a:lstStyle/>
        <a:p>
          <a:endParaRPr lang="en-US"/>
        </a:p>
      </dgm:t>
    </dgm:pt>
    <dgm:pt modelId="{B233E54D-D7A7-4141-A39D-63325C07CB03}">
      <dgm:prSet custT="1"/>
      <dgm:spPr/>
      <dgm:t>
        <a:bodyPr/>
        <a:lstStyle/>
        <a:p>
          <a:pPr marL="0" algn="l">
            <a:buNone/>
          </a:pPr>
          <a:r>
            <a:rPr lang="en-US" sz="1800" dirty="0"/>
            <a:t>Comparison</a:t>
          </a:r>
        </a:p>
        <a:p>
          <a:pPr marL="0" algn="l">
            <a:buNone/>
          </a:pPr>
          <a:endParaRPr lang="en-US" sz="1800" dirty="0"/>
        </a:p>
        <a:p>
          <a:pPr marL="0" algn="l">
            <a:buFont typeface="Arial" panose="020B0604020202020204" pitchFamily="34" charset="0"/>
            <a:buChar char="•"/>
          </a:pPr>
          <a:r>
            <a:rPr lang="en-US" sz="1400" dirty="0"/>
            <a:t>Compare the results with traditional anomaly detection methods as well as State-of-The-Art methods. </a:t>
          </a:r>
        </a:p>
        <a:p>
          <a:pPr marL="273050" indent="709613" algn="l">
            <a:buFont typeface="Arial" panose="020B0604020202020204" pitchFamily="34" charset="0"/>
            <a:buNone/>
          </a:pPr>
          <a:r>
            <a:rPr lang="en-US" sz="1500" dirty="0"/>
            <a:t> </a:t>
          </a:r>
        </a:p>
        <a:p>
          <a:pPr marL="0" algn="l">
            <a:buFont typeface="Arial" panose="020B0604020202020204" pitchFamily="34" charset="0"/>
            <a:buChar char="•"/>
          </a:pPr>
          <a:endParaRPr lang="en-US" sz="1500" dirty="0"/>
        </a:p>
        <a:p>
          <a:pPr marL="0" algn="l">
            <a:buNone/>
          </a:pPr>
          <a:endParaRPr lang="en-US" sz="1500" dirty="0"/>
        </a:p>
        <a:p>
          <a:pPr marL="0" algn="l">
            <a:buNone/>
          </a:pPr>
          <a:endParaRPr lang="en-US" sz="1500" dirty="0"/>
        </a:p>
      </dgm:t>
    </dgm:pt>
    <dgm:pt modelId="{09E6357D-C8D8-4DEA-93B9-751FBBD1689D}" type="sibTrans" cxnId="{6DE6C507-CE09-42AB-BF55-E3A408ADAB9E}">
      <dgm:prSet/>
      <dgm:spPr/>
      <dgm:t>
        <a:bodyPr/>
        <a:lstStyle/>
        <a:p>
          <a:endParaRPr lang="en-US"/>
        </a:p>
      </dgm:t>
    </dgm:pt>
    <dgm:pt modelId="{B05801FF-DC93-4D6C-BB66-16C3E1133C96}" type="parTrans" cxnId="{6DE6C507-CE09-42AB-BF55-E3A408ADAB9E}">
      <dgm:prSet/>
      <dgm:spPr/>
      <dgm:t>
        <a:bodyPr/>
        <a:lstStyle/>
        <a:p>
          <a:endParaRPr lang="en-US"/>
        </a:p>
      </dgm:t>
    </dgm:pt>
    <dgm:pt modelId="{B08B2B0F-CEDD-344C-8EB3-98B1CC09945E}" type="pres">
      <dgm:prSet presAssocID="{1EA6A6D0-3C3C-407B-82C7-8770F7AB532E}" presName="Name0" presStyleCnt="0">
        <dgm:presLayoutVars>
          <dgm:dir/>
          <dgm:animLvl val="lvl"/>
          <dgm:resizeHandles val="exact"/>
        </dgm:presLayoutVars>
      </dgm:prSet>
      <dgm:spPr/>
    </dgm:pt>
    <dgm:pt modelId="{9EEE0DC6-7BF9-6046-B36D-3B64949B92BA}" type="pres">
      <dgm:prSet presAssocID="{74D2AFA6-DC3F-42D9-B55A-C3DB77770FD4}" presName="composite" presStyleCnt="0"/>
      <dgm:spPr/>
    </dgm:pt>
    <dgm:pt modelId="{0341E9ED-DEBF-CD40-BC31-EB0757D3B44E}" type="pres">
      <dgm:prSet presAssocID="{74D2AFA6-DC3F-42D9-B55A-C3DB77770FD4}" presName="parTx" presStyleLbl="alignNode1" presStyleIdx="0" presStyleCnt="5" custLinFactNeighborY="-21797">
        <dgm:presLayoutVars>
          <dgm:chMax val="0"/>
          <dgm:chPref val="0"/>
        </dgm:presLayoutVars>
      </dgm:prSet>
      <dgm:spPr/>
    </dgm:pt>
    <dgm:pt modelId="{5F2E2B28-2128-7946-AD03-2E48E62740C7}" type="pres">
      <dgm:prSet presAssocID="{74D2AFA6-DC3F-42D9-B55A-C3DB77770FD4}" presName="desTx" presStyleLbl="alignAccFollowNode1" presStyleIdx="0" presStyleCnt="5">
        <dgm:presLayoutVars/>
      </dgm:prSet>
      <dgm:spPr/>
    </dgm:pt>
    <dgm:pt modelId="{1261DE41-24C2-DB4C-B821-E6CD8D0D8A1E}" type="pres">
      <dgm:prSet presAssocID="{68E14429-BE23-45C1-AD70-158062208568}" presName="space" presStyleCnt="0"/>
      <dgm:spPr/>
    </dgm:pt>
    <dgm:pt modelId="{A9592922-B35B-AB43-80C7-6322422D6EC0}" type="pres">
      <dgm:prSet presAssocID="{7173686D-07AE-42DA-88CD-58218B7BCB96}" presName="composite" presStyleCnt="0"/>
      <dgm:spPr/>
    </dgm:pt>
    <dgm:pt modelId="{FFC38B18-234F-2A4B-8E2E-837184EC3835}" type="pres">
      <dgm:prSet presAssocID="{7173686D-07AE-42DA-88CD-58218B7BCB96}" presName="parTx" presStyleLbl="alignNode1" presStyleIdx="1" presStyleCnt="5" custLinFactNeighborX="-90" custLinFactNeighborY="-23008">
        <dgm:presLayoutVars>
          <dgm:chMax val="0"/>
          <dgm:chPref val="0"/>
        </dgm:presLayoutVars>
      </dgm:prSet>
      <dgm:spPr/>
    </dgm:pt>
    <dgm:pt modelId="{3CD20358-7B0B-9543-BA22-E0E7BAFBAD99}" type="pres">
      <dgm:prSet presAssocID="{7173686D-07AE-42DA-88CD-58218B7BCB96}" presName="desTx" presStyleLbl="alignAccFollowNode1" presStyleIdx="1" presStyleCnt="5">
        <dgm:presLayoutVars/>
      </dgm:prSet>
      <dgm:spPr/>
    </dgm:pt>
    <dgm:pt modelId="{5570C099-2FB6-B24E-81D8-0482AA2C9B08}" type="pres">
      <dgm:prSet presAssocID="{5F4F9EC7-02CC-4A75-B78B-5A6534ED5DF0}" presName="space" presStyleCnt="0"/>
      <dgm:spPr/>
    </dgm:pt>
    <dgm:pt modelId="{568FDFC7-99E2-7143-9D08-F9B2F1293B75}" type="pres">
      <dgm:prSet presAssocID="{27BA7916-598F-4F6D-89B8-E97ABCE4584F}" presName="composite" presStyleCnt="0"/>
      <dgm:spPr/>
    </dgm:pt>
    <dgm:pt modelId="{550C596D-307C-C74A-A556-122637DA66F0}" type="pres">
      <dgm:prSet presAssocID="{27BA7916-598F-4F6D-89B8-E97ABCE4584F}" presName="parTx" presStyleLbl="alignNode1" presStyleIdx="2" presStyleCnt="5" custLinFactNeighborX="-1678" custLinFactNeighborY="-24219">
        <dgm:presLayoutVars>
          <dgm:chMax val="0"/>
          <dgm:chPref val="0"/>
        </dgm:presLayoutVars>
      </dgm:prSet>
      <dgm:spPr/>
    </dgm:pt>
    <dgm:pt modelId="{E4B7287D-04E8-E841-9099-B48838C05EB5}" type="pres">
      <dgm:prSet presAssocID="{27BA7916-598F-4F6D-89B8-E97ABCE4584F}" presName="desTx" presStyleLbl="alignAccFollowNode1" presStyleIdx="2" presStyleCnt="5">
        <dgm:presLayoutVars/>
      </dgm:prSet>
      <dgm:spPr/>
    </dgm:pt>
    <dgm:pt modelId="{44AA0FF7-C3A7-2540-98EF-BF92A74ED30E}" type="pres">
      <dgm:prSet presAssocID="{56E963DF-D8AA-4C9F-A41D-14AB63CDC7E8}" presName="space" presStyleCnt="0"/>
      <dgm:spPr/>
    </dgm:pt>
    <dgm:pt modelId="{81B6E612-04E5-3641-BF82-14D6CBCE3995}" type="pres">
      <dgm:prSet presAssocID="{878BE9DC-95B3-47B0-84C7-664DBB1FCEE5}" presName="composite" presStyleCnt="0"/>
      <dgm:spPr/>
    </dgm:pt>
    <dgm:pt modelId="{5087781F-5D71-9D4C-8753-36CE18AA7882}" type="pres">
      <dgm:prSet presAssocID="{878BE9DC-95B3-47B0-84C7-664DBB1FCEE5}" presName="parTx" presStyleLbl="alignNode1" presStyleIdx="3" presStyleCnt="5" custLinFactNeighborX="-3633" custLinFactNeighborY="-25430">
        <dgm:presLayoutVars>
          <dgm:chMax val="0"/>
          <dgm:chPref val="0"/>
        </dgm:presLayoutVars>
      </dgm:prSet>
      <dgm:spPr/>
    </dgm:pt>
    <dgm:pt modelId="{5C4A0A25-875C-EA40-A58E-55387E5C298D}" type="pres">
      <dgm:prSet presAssocID="{878BE9DC-95B3-47B0-84C7-664DBB1FCEE5}" presName="desTx" presStyleLbl="alignAccFollowNode1" presStyleIdx="3" presStyleCnt="5">
        <dgm:presLayoutVars/>
      </dgm:prSet>
      <dgm:spPr/>
    </dgm:pt>
    <dgm:pt modelId="{D9EE2707-B962-4280-B911-D51886143D28}" type="pres">
      <dgm:prSet presAssocID="{EF20F86B-AD15-410B-9F55-BFED30451F34}" presName="space" presStyleCnt="0"/>
      <dgm:spPr/>
    </dgm:pt>
    <dgm:pt modelId="{77544C73-092A-43F0-A021-B0D571A4257C}" type="pres">
      <dgm:prSet presAssocID="{2276F754-AFF7-47EF-99F9-71FA2CFC5869}" presName="composite" presStyleCnt="0"/>
      <dgm:spPr/>
    </dgm:pt>
    <dgm:pt modelId="{16E3ED90-3497-4F6F-8A31-995BD5CFCAAA}" type="pres">
      <dgm:prSet presAssocID="{2276F754-AFF7-47EF-99F9-71FA2CFC5869}" presName="parTx" presStyleLbl="alignNode1" presStyleIdx="4" presStyleCnt="5" custLinFactNeighborX="-3633" custLinFactNeighborY="-25430">
        <dgm:presLayoutVars>
          <dgm:chMax val="0"/>
          <dgm:chPref val="0"/>
        </dgm:presLayoutVars>
      </dgm:prSet>
      <dgm:spPr/>
    </dgm:pt>
    <dgm:pt modelId="{488AB4F1-0619-47A7-9589-3D10C3030137}" type="pres">
      <dgm:prSet presAssocID="{2276F754-AFF7-47EF-99F9-71FA2CFC5869}" presName="desTx" presStyleLbl="alignAccFollowNode1" presStyleIdx="4" presStyleCnt="5">
        <dgm:presLayoutVars/>
      </dgm:prSet>
      <dgm:spPr/>
    </dgm:pt>
  </dgm:ptLst>
  <dgm:cxnLst>
    <dgm:cxn modelId="{6DE6C507-CE09-42AB-BF55-E3A408ADAB9E}" srcId="{2276F754-AFF7-47EF-99F9-71FA2CFC5869}" destId="{B233E54D-D7A7-4141-A39D-63325C07CB03}" srcOrd="0" destOrd="0" parTransId="{B05801FF-DC93-4D6C-BB66-16C3E1133C96}" sibTransId="{09E6357D-C8D8-4DEA-93B9-751FBBD1689D}"/>
    <dgm:cxn modelId="{BCADFC13-6236-6F42-930A-064AF1BFD0D0}" type="presOf" srcId="{74D2AFA6-DC3F-42D9-B55A-C3DB77770FD4}" destId="{0341E9ED-DEBF-CD40-BC31-EB0757D3B44E}" srcOrd="0" destOrd="0" presId="urn:microsoft.com/office/officeart/2016/7/layout/ChevronBlockProcess"/>
    <dgm:cxn modelId="{8FF39D15-E3C6-48F9-89FC-4B75DF052389}" type="presOf" srcId="{655DCDDB-7818-4B67-A8AE-667DAA12F402}" destId="{3CD20358-7B0B-9543-BA22-E0E7BAFBAD99}" srcOrd="0" destOrd="5" presId="urn:microsoft.com/office/officeart/2016/7/layout/ChevronBlockProcess"/>
    <dgm:cxn modelId="{8D6B941B-8A84-AF49-8927-99AE8DBD785B}" type="presOf" srcId="{878BE9DC-95B3-47B0-84C7-664DBB1FCEE5}" destId="{5087781F-5D71-9D4C-8753-36CE18AA7882}" srcOrd="0" destOrd="0" presId="urn:microsoft.com/office/officeart/2016/7/layout/ChevronBlockProcess"/>
    <dgm:cxn modelId="{017BC522-A9C0-9C42-BAA4-AE6F71A5F30B}" type="presOf" srcId="{EAB149A2-DDFE-4DDD-B9CA-F4F71BC22124}" destId="{3CD20358-7B0B-9543-BA22-E0E7BAFBAD99}" srcOrd="0" destOrd="1" presId="urn:microsoft.com/office/officeart/2016/7/layout/ChevronBlockProcess"/>
    <dgm:cxn modelId="{A54D4339-C1F3-4A53-84B4-EB241E5D02A3}" type="presOf" srcId="{2276F754-AFF7-47EF-99F9-71FA2CFC5869}" destId="{16E3ED90-3497-4F6F-8A31-995BD5CFCAAA}" srcOrd="0" destOrd="0" presId="urn:microsoft.com/office/officeart/2016/7/layout/ChevronBlockProcess"/>
    <dgm:cxn modelId="{7D1F6E3C-E9BD-4BA1-8352-BED0DEC83643}" type="presOf" srcId="{35EEFCC9-9D4E-400C-AABB-52B6E293D7A6}" destId="{E4B7287D-04E8-E841-9099-B48838C05EB5}" srcOrd="0" destOrd="3" presId="urn:microsoft.com/office/officeart/2016/7/layout/ChevronBlockProcess"/>
    <dgm:cxn modelId="{03D2605D-CFA5-4D4C-BBC3-01D39ECBC69D}" srcId="{1EA6A6D0-3C3C-407B-82C7-8770F7AB532E}" destId="{878BE9DC-95B3-47B0-84C7-664DBB1FCEE5}" srcOrd="3" destOrd="0" parTransId="{AC704993-37AF-4E78-B7AB-3DC0398D1304}" sibTransId="{EF20F86B-AD15-410B-9F55-BFED30451F34}"/>
    <dgm:cxn modelId="{A9FF8860-99EC-41E7-9799-AEECB74AB74A}" srcId="{1EA6A6D0-3C3C-407B-82C7-8770F7AB532E}" destId="{74D2AFA6-DC3F-42D9-B55A-C3DB77770FD4}" srcOrd="0" destOrd="0" parTransId="{EF269E8F-1769-4498-BE56-92595EF4BF12}" sibTransId="{68E14429-BE23-45C1-AD70-158062208568}"/>
    <dgm:cxn modelId="{6AD33C6C-77F7-4AB3-9263-19AC038BE196}" type="presOf" srcId="{6E68875E-7401-4768-8933-7E7D9D3508A1}" destId="{3CD20358-7B0B-9543-BA22-E0E7BAFBAD99}" srcOrd="0" destOrd="4" presId="urn:microsoft.com/office/officeart/2016/7/layout/ChevronBlockProcess"/>
    <dgm:cxn modelId="{8DCAC26E-8876-4769-B27D-1EE92B319BE8}" srcId="{F25FD14C-6ED5-46A8-BA50-FA6EE9761396}" destId="{F7BDBA8A-A6BF-4722-8D64-36ADB14C11F3}" srcOrd="0" destOrd="0" parTransId="{E104BFB0-B4DE-4174-9D60-0E7D556251DE}" sibTransId="{CD2F5647-7E04-4E3F-AA13-6DA6DC3E13F6}"/>
    <dgm:cxn modelId="{173DFD4F-F744-452F-B626-26ABD962BFD3}" type="presOf" srcId="{B4DAEB41-8C2E-4688-AEE6-BB3529E3E5A3}" destId="{E4B7287D-04E8-E841-9099-B48838C05EB5}" srcOrd="0" destOrd="4" presId="urn:microsoft.com/office/officeart/2016/7/layout/ChevronBlockProcess"/>
    <dgm:cxn modelId="{A82B6673-F71D-4E4B-81CC-C75BD5209E6E}" type="presOf" srcId="{F25FD14C-6ED5-46A8-BA50-FA6EE9761396}" destId="{E4B7287D-04E8-E841-9099-B48838C05EB5}" srcOrd="0" destOrd="0" presId="urn:microsoft.com/office/officeart/2016/7/layout/ChevronBlockProcess"/>
    <dgm:cxn modelId="{DD37CB76-36A8-A74B-84D2-C87E4C9C16F2}" type="presOf" srcId="{27BA7916-598F-4F6D-89B8-E97ABCE4584F}" destId="{550C596D-307C-C74A-A556-122637DA66F0}" srcOrd="0" destOrd="0" presId="urn:microsoft.com/office/officeart/2016/7/layout/ChevronBlockProcess"/>
    <dgm:cxn modelId="{A72DAF78-F524-424C-A8F1-3B6BC9F437B3}" srcId="{74D2AFA6-DC3F-42D9-B55A-C3DB77770FD4}" destId="{E8263408-AF78-4C41-96B7-1377C7CE22BD}" srcOrd="0" destOrd="0" parTransId="{089446BD-7608-4E74-8798-4A498F07F681}" sibTransId="{F71BDA2E-5757-4BF2-B441-CBD0CBB626AC}"/>
    <dgm:cxn modelId="{358BB57A-6764-48C3-B0C9-F68663E725D1}" srcId="{1EA6A6D0-3C3C-407B-82C7-8770F7AB532E}" destId="{2276F754-AFF7-47EF-99F9-71FA2CFC5869}" srcOrd="4" destOrd="0" parTransId="{527550F0-D28B-4DF2-A85C-4BA97C8527E2}" sibTransId="{8A4944C6-8474-4073-A1CD-3AD02D5BD422}"/>
    <dgm:cxn modelId="{4A95C07A-2CF0-CA4A-AABB-13905604A9C3}" type="presOf" srcId="{7173686D-07AE-42DA-88CD-58218B7BCB96}" destId="{FFC38B18-234F-2A4B-8E2E-837184EC3835}" srcOrd="0" destOrd="0" presId="urn:microsoft.com/office/officeart/2016/7/layout/ChevronBlockProcess"/>
    <dgm:cxn modelId="{BFFED77A-2951-554C-A5D1-5455829B540C}" type="presOf" srcId="{E8263408-AF78-4C41-96B7-1377C7CE22BD}" destId="{5F2E2B28-2128-7946-AD03-2E48E62740C7}" srcOrd="0" destOrd="0" presId="urn:microsoft.com/office/officeart/2016/7/layout/ChevronBlockProcess"/>
    <dgm:cxn modelId="{A3246883-1648-234C-A74A-F2201E40452C}" type="presOf" srcId="{F7BDBA8A-A6BF-4722-8D64-36ADB14C11F3}" destId="{E4B7287D-04E8-E841-9099-B48838C05EB5}" srcOrd="0" destOrd="1" presId="urn:microsoft.com/office/officeart/2016/7/layout/ChevronBlockProcess"/>
    <dgm:cxn modelId="{64397183-6B4A-4E30-B2C0-B5258A107528}" srcId="{F25FD14C-6ED5-46A8-BA50-FA6EE9761396}" destId="{6855D54F-0946-4298-AF9E-1E7E5C49D0E2}" srcOrd="1" destOrd="0" parTransId="{6E3106B6-08EA-4ED2-8758-C0C84D2FF729}" sibTransId="{F165BB58-CC52-4351-9DB6-6A075F6EF5BB}"/>
    <dgm:cxn modelId="{B6F0A685-24BE-41C4-B9A2-4B4CA8211934}" srcId="{E8263408-AF78-4C41-96B7-1377C7CE22BD}" destId="{A163B93F-03BA-426B-99BE-8412D3CB61D8}" srcOrd="1" destOrd="0" parTransId="{F3FE9B17-2F3B-459C-B4EF-E26E8EE1EE50}" sibTransId="{41B38AA8-2C49-4D15-B3DD-37358C639CB3}"/>
    <dgm:cxn modelId="{C5D1EB94-DA1B-44C1-B321-3046265C7993}" type="presOf" srcId="{6855D54F-0946-4298-AF9E-1E7E5C49D0E2}" destId="{E4B7287D-04E8-E841-9099-B48838C05EB5}" srcOrd="0" destOrd="2" presId="urn:microsoft.com/office/officeart/2016/7/layout/ChevronBlockProcess"/>
    <dgm:cxn modelId="{96B8659D-C262-4D43-AC9B-F4387564B514}" srcId="{3C5294CC-31D9-4361-8C39-4979DC18D588}" destId="{6E68875E-7401-4768-8933-7E7D9D3508A1}" srcOrd="3" destOrd="0" parTransId="{BE3CF5B5-BE0F-44EA-A2FD-FD76700942D5}" sibTransId="{EA9814D2-943C-4097-BB00-CAE669EA48AB}"/>
    <dgm:cxn modelId="{0C9BE59D-7BD4-4F76-AFFA-76B894D35E63}" srcId="{1EA6A6D0-3C3C-407B-82C7-8770F7AB532E}" destId="{7173686D-07AE-42DA-88CD-58218B7BCB96}" srcOrd="1" destOrd="0" parTransId="{055DBF5C-BFAC-4307-AA28-74420F60E437}" sibTransId="{5F4F9EC7-02CC-4A75-B78B-5A6534ED5DF0}"/>
    <dgm:cxn modelId="{49712AA5-4E09-4852-BB02-2EECB86AC91F}" srcId="{3C5294CC-31D9-4361-8C39-4979DC18D588}" destId="{EAB149A2-DDFE-4DDD-B9CA-F4F71BC22124}" srcOrd="0" destOrd="0" parTransId="{41F142BD-D0DE-4627-8878-79F01429A909}" sibTransId="{50F52DBD-B56C-43A1-9C1F-112187BFA4B8}"/>
    <dgm:cxn modelId="{91B5B6A8-BDD9-8248-94C5-736FED87A002}" type="presOf" srcId="{3C5294CC-31D9-4361-8C39-4979DC18D588}" destId="{3CD20358-7B0B-9543-BA22-E0E7BAFBAD99}" srcOrd="0" destOrd="0" presId="urn:microsoft.com/office/officeart/2016/7/layout/ChevronBlockProcess"/>
    <dgm:cxn modelId="{7FB531A9-E996-444E-8F5F-590F2557EBB6}" type="presOf" srcId="{A163B93F-03BA-426B-99BE-8412D3CB61D8}" destId="{5F2E2B28-2128-7946-AD03-2E48E62740C7}" srcOrd="0" destOrd="2" presId="urn:microsoft.com/office/officeart/2016/7/layout/ChevronBlockProcess"/>
    <dgm:cxn modelId="{153E71B1-7C57-4211-82D7-EDA42D97409E}" type="presOf" srcId="{B233E54D-D7A7-4141-A39D-63325C07CB03}" destId="{488AB4F1-0619-47A7-9589-3D10C3030137}" srcOrd="0" destOrd="0" presId="urn:microsoft.com/office/officeart/2016/7/layout/ChevronBlockProcess"/>
    <dgm:cxn modelId="{08E4D3B1-2584-453D-8828-FB29D6035C8C}" type="presOf" srcId="{D9F2D9CE-585A-4C74-82CC-4988FACC6077}" destId="{5F2E2B28-2128-7946-AD03-2E48E62740C7}" srcOrd="0" destOrd="3" presId="urn:microsoft.com/office/officeart/2016/7/layout/ChevronBlockProcess"/>
    <dgm:cxn modelId="{41E62AB8-CABC-4258-AFC7-EB4B66E012FB}" srcId="{27BA7916-598F-4F6D-89B8-E97ABCE4584F}" destId="{F25FD14C-6ED5-46A8-BA50-FA6EE9761396}" srcOrd="0" destOrd="0" parTransId="{C27CF813-56FA-4FAC-B16F-7DB915D130C5}" sibTransId="{0B07642B-4220-4450-B8D5-138312ACD894}"/>
    <dgm:cxn modelId="{3D9945B9-A5CD-4186-AFCD-BCBC570C178E}" srcId="{7173686D-07AE-42DA-88CD-58218B7BCB96}" destId="{3C5294CC-31D9-4361-8C39-4979DC18D588}" srcOrd="0" destOrd="0" parTransId="{1369B048-66FC-40C4-9128-63205CABB858}" sibTransId="{72DDEF4C-CDEC-417F-B059-75592DD31701}"/>
    <dgm:cxn modelId="{61E794BC-D3B5-4897-A901-D013915DE584}" srcId="{3C5294CC-31D9-4361-8C39-4979DC18D588}" destId="{19CF98C9-3EA2-4D53-AC03-14375D71DBDD}" srcOrd="1" destOrd="0" parTransId="{10E1F1F0-D3E2-4D4E-8592-38B0923726A7}" sibTransId="{C23E6647-9BCC-43C6-AC63-BF1D1196F7B7}"/>
    <dgm:cxn modelId="{8A814BC5-1C84-4186-9FEF-B4F4194A3A70}" srcId="{3C5294CC-31D9-4361-8C39-4979DC18D588}" destId="{655DCDDB-7818-4B67-A8AE-667DAA12F402}" srcOrd="4" destOrd="0" parTransId="{DFBFA047-3456-4BCD-8EFA-4CAC25DD9756}" sibTransId="{9A528610-E815-410B-89FA-836F32A80974}"/>
    <dgm:cxn modelId="{F34216CB-5F36-744E-9BB7-970A24618C59}" type="presOf" srcId="{1EA6A6D0-3C3C-407B-82C7-8770F7AB532E}" destId="{B08B2B0F-CEDD-344C-8EB3-98B1CC09945E}" srcOrd="0" destOrd="0" presId="urn:microsoft.com/office/officeart/2016/7/layout/ChevronBlockProcess"/>
    <dgm:cxn modelId="{6FC3A8D0-2DC7-4192-9161-687012D8088F}" srcId="{1EA6A6D0-3C3C-407B-82C7-8770F7AB532E}" destId="{27BA7916-598F-4F6D-89B8-E97ABCE4584F}" srcOrd="2" destOrd="0" parTransId="{A1146ECB-A5A0-4BD6-882F-2B99470DCE99}" sibTransId="{56E963DF-D8AA-4C9F-A41D-14AB63CDC7E8}"/>
    <dgm:cxn modelId="{B0C421D1-65B6-4827-976D-73B2449A6AFC}" srcId="{878BE9DC-95B3-47B0-84C7-664DBB1FCEE5}" destId="{469ABF8B-B6FC-4438-A30A-EB8E9AA8E294}" srcOrd="0" destOrd="0" parTransId="{434E57CD-C687-443D-9BD3-BE8DEB7E1BDD}" sibTransId="{45EACBC2-38E1-4030-A393-CFAE45B4AFB2}"/>
    <dgm:cxn modelId="{30E0D3DB-4642-4B9B-953B-42DA2E4E1725}" srcId="{6855D54F-0946-4298-AF9E-1E7E5C49D0E2}" destId="{B4DAEB41-8C2E-4688-AEE6-BB3529E3E5A3}" srcOrd="1" destOrd="0" parTransId="{B1BC558C-6780-48E1-B59D-D988E37210C2}" sibTransId="{32430DA8-9F18-4D43-A96D-268B17C94B0C}"/>
    <dgm:cxn modelId="{44FFE4DC-2FB1-CE44-8AEF-AE79C2525DC5}" type="presOf" srcId="{469ABF8B-B6FC-4438-A30A-EB8E9AA8E294}" destId="{5C4A0A25-875C-EA40-A58E-55387E5C298D}" srcOrd="0" destOrd="0" presId="urn:microsoft.com/office/officeart/2016/7/layout/ChevronBlockProcess"/>
    <dgm:cxn modelId="{750090DF-074B-4387-9912-F3B5F2C57047}" srcId="{3C5294CC-31D9-4361-8C39-4979DC18D588}" destId="{3CD93500-2BBA-4913-96B1-1B9F081132BC}" srcOrd="5" destOrd="0" parTransId="{D63829DE-21E3-4BDE-B824-DBD19471A3F9}" sibTransId="{038ECA9B-ED99-484A-BD68-17178D65F0A7}"/>
    <dgm:cxn modelId="{3275D9E7-08FC-46BF-8015-080141EE29D6}" type="presOf" srcId="{5DACEB4D-0130-4092-9545-76F638DB7EB3}" destId="{3CD20358-7B0B-9543-BA22-E0E7BAFBAD99}" srcOrd="0" destOrd="3" presId="urn:microsoft.com/office/officeart/2016/7/layout/ChevronBlockProcess"/>
    <dgm:cxn modelId="{996F47EA-F8FA-4F73-817D-1DACDE58475F}" srcId="{3C5294CC-31D9-4361-8C39-4979DC18D588}" destId="{5DACEB4D-0130-4092-9545-76F638DB7EB3}" srcOrd="2" destOrd="0" parTransId="{23FFB928-D121-41A1-AEFA-50EC74F114A2}" sibTransId="{17CC50E6-2079-4D8A-BA44-D49FE0FEE0CC}"/>
    <dgm:cxn modelId="{E6B4ABEA-93B2-4AD5-8124-5408A9D51704}" type="presOf" srcId="{19CF98C9-3EA2-4D53-AC03-14375D71DBDD}" destId="{3CD20358-7B0B-9543-BA22-E0E7BAFBAD99}" srcOrd="0" destOrd="2" presId="urn:microsoft.com/office/officeart/2016/7/layout/ChevronBlockProcess"/>
    <dgm:cxn modelId="{DEF44AEF-76F0-4906-9A39-90B70A1FBA29}" srcId="{6855D54F-0946-4298-AF9E-1E7E5C49D0E2}" destId="{35EEFCC9-9D4E-400C-AABB-52B6E293D7A6}" srcOrd="0" destOrd="0" parTransId="{79900579-FC01-412C-A81C-18841B407AC8}" sibTransId="{B7714739-FE63-41F0-9351-C862BD85F974}"/>
    <dgm:cxn modelId="{E67FFCF0-5878-46EA-B139-B0C5BBC1AEFC}" srcId="{E8263408-AF78-4C41-96B7-1377C7CE22BD}" destId="{712BE34A-63F0-4BF9-9F61-BB1B429B9D41}" srcOrd="0" destOrd="0" parTransId="{CE89A99F-2692-4067-BECC-28AC19241832}" sibTransId="{019F3AC1-AD9F-4581-A787-7F2F0D206D19}"/>
    <dgm:cxn modelId="{3AA566F9-FDCC-4E5C-B8C1-189F5ABF85BB}" srcId="{E8263408-AF78-4C41-96B7-1377C7CE22BD}" destId="{D9F2D9CE-585A-4C74-82CC-4988FACC6077}" srcOrd="2" destOrd="0" parTransId="{3081A4F1-BC6C-4172-86E8-88965C70234B}" sibTransId="{2DBEFB6C-5B89-42AD-AD78-D1CF23CC17FD}"/>
    <dgm:cxn modelId="{2F110BFB-4A9E-394A-ABF0-6BCCB8C35EBD}" type="presOf" srcId="{712BE34A-63F0-4BF9-9F61-BB1B429B9D41}" destId="{5F2E2B28-2128-7946-AD03-2E48E62740C7}" srcOrd="0" destOrd="1" presId="urn:microsoft.com/office/officeart/2016/7/layout/ChevronBlockProcess"/>
    <dgm:cxn modelId="{08FF18FF-4881-464D-832B-BE886DEE8C15}" type="presOf" srcId="{3CD93500-2BBA-4913-96B1-1B9F081132BC}" destId="{3CD20358-7B0B-9543-BA22-E0E7BAFBAD99}" srcOrd="0" destOrd="6" presId="urn:microsoft.com/office/officeart/2016/7/layout/ChevronBlockProcess"/>
    <dgm:cxn modelId="{1DA1B9C0-053D-DA4B-ACAD-DB040CED20ED}" type="presParOf" srcId="{B08B2B0F-CEDD-344C-8EB3-98B1CC09945E}" destId="{9EEE0DC6-7BF9-6046-B36D-3B64949B92BA}" srcOrd="0" destOrd="0" presId="urn:microsoft.com/office/officeart/2016/7/layout/ChevronBlockProcess"/>
    <dgm:cxn modelId="{2B5F9964-1D7D-B440-9E79-12440A6602B2}" type="presParOf" srcId="{9EEE0DC6-7BF9-6046-B36D-3B64949B92BA}" destId="{0341E9ED-DEBF-CD40-BC31-EB0757D3B44E}" srcOrd="0" destOrd="0" presId="urn:microsoft.com/office/officeart/2016/7/layout/ChevronBlockProcess"/>
    <dgm:cxn modelId="{60764765-EF3C-6C42-91F3-C948A3BDC259}" type="presParOf" srcId="{9EEE0DC6-7BF9-6046-B36D-3B64949B92BA}" destId="{5F2E2B28-2128-7946-AD03-2E48E62740C7}" srcOrd="1" destOrd="0" presId="urn:microsoft.com/office/officeart/2016/7/layout/ChevronBlockProcess"/>
    <dgm:cxn modelId="{72D385AE-4C8E-304A-BE3A-71832297AEE1}" type="presParOf" srcId="{B08B2B0F-CEDD-344C-8EB3-98B1CC09945E}" destId="{1261DE41-24C2-DB4C-B821-E6CD8D0D8A1E}" srcOrd="1" destOrd="0" presId="urn:microsoft.com/office/officeart/2016/7/layout/ChevronBlockProcess"/>
    <dgm:cxn modelId="{3C99CDFE-909E-324E-B5C5-A7A58FB2AF5B}" type="presParOf" srcId="{B08B2B0F-CEDD-344C-8EB3-98B1CC09945E}" destId="{A9592922-B35B-AB43-80C7-6322422D6EC0}" srcOrd="2" destOrd="0" presId="urn:microsoft.com/office/officeart/2016/7/layout/ChevronBlockProcess"/>
    <dgm:cxn modelId="{8A4EE672-EE2B-3545-A9B1-6A0A3A9FCC79}" type="presParOf" srcId="{A9592922-B35B-AB43-80C7-6322422D6EC0}" destId="{FFC38B18-234F-2A4B-8E2E-837184EC3835}" srcOrd="0" destOrd="0" presId="urn:microsoft.com/office/officeart/2016/7/layout/ChevronBlockProcess"/>
    <dgm:cxn modelId="{B6176673-5B05-024F-9B9E-6F79F17B9D92}" type="presParOf" srcId="{A9592922-B35B-AB43-80C7-6322422D6EC0}" destId="{3CD20358-7B0B-9543-BA22-E0E7BAFBAD99}" srcOrd="1" destOrd="0" presId="urn:microsoft.com/office/officeart/2016/7/layout/ChevronBlockProcess"/>
    <dgm:cxn modelId="{43B2E611-86DC-C04D-831C-8263B41B9C44}" type="presParOf" srcId="{B08B2B0F-CEDD-344C-8EB3-98B1CC09945E}" destId="{5570C099-2FB6-B24E-81D8-0482AA2C9B08}" srcOrd="3" destOrd="0" presId="urn:microsoft.com/office/officeart/2016/7/layout/ChevronBlockProcess"/>
    <dgm:cxn modelId="{00B5BCE4-454B-F34C-A393-DF29928D0F8D}" type="presParOf" srcId="{B08B2B0F-CEDD-344C-8EB3-98B1CC09945E}" destId="{568FDFC7-99E2-7143-9D08-F9B2F1293B75}" srcOrd="4" destOrd="0" presId="urn:microsoft.com/office/officeart/2016/7/layout/ChevronBlockProcess"/>
    <dgm:cxn modelId="{A31273D5-65A6-B749-B8C3-19CB8D11864F}" type="presParOf" srcId="{568FDFC7-99E2-7143-9D08-F9B2F1293B75}" destId="{550C596D-307C-C74A-A556-122637DA66F0}" srcOrd="0" destOrd="0" presId="urn:microsoft.com/office/officeart/2016/7/layout/ChevronBlockProcess"/>
    <dgm:cxn modelId="{827EAA77-04BD-0B41-B96B-7CE487F27040}" type="presParOf" srcId="{568FDFC7-99E2-7143-9D08-F9B2F1293B75}" destId="{E4B7287D-04E8-E841-9099-B48838C05EB5}" srcOrd="1" destOrd="0" presId="urn:microsoft.com/office/officeart/2016/7/layout/ChevronBlockProcess"/>
    <dgm:cxn modelId="{E42604CE-B384-C644-B55D-8E1C06DD8491}" type="presParOf" srcId="{B08B2B0F-CEDD-344C-8EB3-98B1CC09945E}" destId="{44AA0FF7-C3A7-2540-98EF-BF92A74ED30E}" srcOrd="5" destOrd="0" presId="urn:microsoft.com/office/officeart/2016/7/layout/ChevronBlockProcess"/>
    <dgm:cxn modelId="{8699B2E8-670D-384D-AC68-22A6B488FAE6}" type="presParOf" srcId="{B08B2B0F-CEDD-344C-8EB3-98B1CC09945E}" destId="{81B6E612-04E5-3641-BF82-14D6CBCE3995}" srcOrd="6" destOrd="0" presId="urn:microsoft.com/office/officeart/2016/7/layout/ChevronBlockProcess"/>
    <dgm:cxn modelId="{558EBC24-7097-0946-9ED3-C7B09A34A432}" type="presParOf" srcId="{81B6E612-04E5-3641-BF82-14D6CBCE3995}" destId="{5087781F-5D71-9D4C-8753-36CE18AA7882}" srcOrd="0" destOrd="0" presId="urn:microsoft.com/office/officeart/2016/7/layout/ChevronBlockProcess"/>
    <dgm:cxn modelId="{C07E48EA-B555-984E-B5DE-AED1783F0802}" type="presParOf" srcId="{81B6E612-04E5-3641-BF82-14D6CBCE3995}" destId="{5C4A0A25-875C-EA40-A58E-55387E5C298D}" srcOrd="1" destOrd="0" presId="urn:microsoft.com/office/officeart/2016/7/layout/ChevronBlockProcess"/>
    <dgm:cxn modelId="{8437B73D-6386-4056-8102-BD90CDB81636}" type="presParOf" srcId="{B08B2B0F-CEDD-344C-8EB3-98B1CC09945E}" destId="{D9EE2707-B962-4280-B911-D51886143D28}" srcOrd="7" destOrd="0" presId="urn:microsoft.com/office/officeart/2016/7/layout/ChevronBlockProcess"/>
    <dgm:cxn modelId="{571A1C1D-378B-422B-8A87-A3ECCC7325D1}" type="presParOf" srcId="{B08B2B0F-CEDD-344C-8EB3-98B1CC09945E}" destId="{77544C73-092A-43F0-A021-B0D571A4257C}" srcOrd="8" destOrd="0" presId="urn:microsoft.com/office/officeart/2016/7/layout/ChevronBlockProcess"/>
    <dgm:cxn modelId="{9286BE2C-AF6A-440F-97D4-72A2035D163B}" type="presParOf" srcId="{77544C73-092A-43F0-A021-B0D571A4257C}" destId="{16E3ED90-3497-4F6F-8A31-995BD5CFCAAA}" srcOrd="0" destOrd="0" presId="urn:microsoft.com/office/officeart/2016/7/layout/ChevronBlockProcess"/>
    <dgm:cxn modelId="{FF2E65EB-8AB3-4FBC-80DD-4EAF88C2E418}" type="presParOf" srcId="{77544C73-092A-43F0-A021-B0D571A4257C}" destId="{488AB4F1-0619-47A7-9589-3D10C3030137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41E9ED-DEBF-CD40-BC31-EB0757D3B44E}">
      <dsp:nvSpPr>
        <dsp:cNvPr id="0" name=""/>
        <dsp:cNvSpPr/>
      </dsp:nvSpPr>
      <dsp:spPr>
        <a:xfrm>
          <a:off x="9182" y="82810"/>
          <a:ext cx="2214824" cy="664447"/>
        </a:xfrm>
        <a:prstGeom prst="chevron">
          <a:avLst>
            <a:gd name="adj" fmla="val 3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041" tIns="82041" rIns="82041" bIns="82041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Step 1</a:t>
          </a:r>
        </a:p>
      </dsp:txBody>
      <dsp:txXfrm>
        <a:off x="208516" y="82810"/>
        <a:ext cx="1816156" cy="664447"/>
      </dsp:txXfrm>
    </dsp:sp>
    <dsp:sp modelId="{5F2E2B28-2128-7946-AD03-2E48E62740C7}">
      <dsp:nvSpPr>
        <dsp:cNvPr id="0" name=""/>
        <dsp:cNvSpPr/>
      </dsp:nvSpPr>
      <dsp:spPr>
        <a:xfrm>
          <a:off x="9182" y="892087"/>
          <a:ext cx="2015490" cy="357783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269" tIns="159269" rIns="159269" bIns="318537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Literature Review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Review existing literature on Anomaly Detection using Foundation Models.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Review existing Foundation Models and select one to use in Anomaly Detection</a:t>
          </a:r>
          <a:r>
            <a:rPr lang="en-US" sz="1600" kern="1200" dirty="0"/>
            <a:t>. </a:t>
          </a:r>
        </a:p>
      </dsp:txBody>
      <dsp:txXfrm>
        <a:off x="9182" y="892087"/>
        <a:ext cx="2015490" cy="3577839"/>
      </dsp:txXfrm>
    </dsp:sp>
    <dsp:sp modelId="{FFC38B18-234F-2A4B-8E2E-837184EC3835}">
      <dsp:nvSpPr>
        <dsp:cNvPr id="0" name=""/>
        <dsp:cNvSpPr/>
      </dsp:nvSpPr>
      <dsp:spPr>
        <a:xfrm>
          <a:off x="2167691" y="74763"/>
          <a:ext cx="2214824" cy="664447"/>
        </a:xfrm>
        <a:prstGeom prst="chevron">
          <a:avLst>
            <a:gd name="adj" fmla="val 30000"/>
          </a:avLst>
        </a:prstGeom>
        <a:solidFill>
          <a:schemeClr val="accent2">
            <a:hueOff val="12388"/>
            <a:satOff val="11439"/>
            <a:lumOff val="2990"/>
            <a:alphaOff val="0"/>
          </a:schemeClr>
        </a:solidFill>
        <a:ln w="25400" cap="flat" cmpd="sng" algn="ctr">
          <a:solidFill>
            <a:schemeClr val="accent2">
              <a:hueOff val="12388"/>
              <a:satOff val="11439"/>
              <a:lumOff val="299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041" tIns="82041" rIns="82041" bIns="82041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Step 2</a:t>
          </a:r>
        </a:p>
      </dsp:txBody>
      <dsp:txXfrm>
        <a:off x="2367025" y="74763"/>
        <a:ext cx="1816156" cy="664447"/>
      </dsp:txXfrm>
    </dsp:sp>
    <dsp:sp modelId="{3CD20358-7B0B-9543-BA22-E0E7BAFBAD99}">
      <dsp:nvSpPr>
        <dsp:cNvPr id="0" name=""/>
        <dsp:cNvSpPr/>
      </dsp:nvSpPr>
      <dsp:spPr>
        <a:xfrm>
          <a:off x="2169684" y="892087"/>
          <a:ext cx="2015490" cy="3577839"/>
        </a:xfrm>
        <a:prstGeom prst="rect">
          <a:avLst/>
        </a:prstGeom>
        <a:solidFill>
          <a:schemeClr val="accent2">
            <a:tint val="40000"/>
            <a:alpha val="90000"/>
            <a:hueOff val="48140"/>
            <a:satOff val="10955"/>
            <a:lumOff val="1211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48140"/>
              <a:satOff val="10955"/>
              <a:lumOff val="12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269" tIns="159269" rIns="159269" bIns="318537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Dataset Collection and Pre-Processing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Select two real-world datasets related to cybersecurity domain.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Perform data preprocessing to fine tune the foundation model selected in Step 1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600" kern="1200" dirty="0"/>
        </a:p>
      </dsp:txBody>
      <dsp:txXfrm>
        <a:off x="2169684" y="892087"/>
        <a:ext cx="2015490" cy="3577839"/>
      </dsp:txXfrm>
    </dsp:sp>
    <dsp:sp modelId="{550C596D-307C-C74A-A556-122637DA66F0}">
      <dsp:nvSpPr>
        <dsp:cNvPr id="0" name=""/>
        <dsp:cNvSpPr/>
      </dsp:nvSpPr>
      <dsp:spPr>
        <a:xfrm>
          <a:off x="4293021" y="66717"/>
          <a:ext cx="2214824" cy="664447"/>
        </a:xfrm>
        <a:prstGeom prst="chevron">
          <a:avLst>
            <a:gd name="adj" fmla="val 30000"/>
          </a:avLst>
        </a:prstGeom>
        <a:solidFill>
          <a:schemeClr val="accent2">
            <a:hueOff val="24776"/>
            <a:satOff val="22877"/>
            <a:lumOff val="5980"/>
            <a:alphaOff val="0"/>
          </a:schemeClr>
        </a:solidFill>
        <a:ln w="25400" cap="flat" cmpd="sng" algn="ctr">
          <a:solidFill>
            <a:schemeClr val="accent2">
              <a:hueOff val="24776"/>
              <a:satOff val="22877"/>
              <a:lumOff val="598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041" tIns="82041" rIns="82041" bIns="82041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Step 3</a:t>
          </a:r>
        </a:p>
      </dsp:txBody>
      <dsp:txXfrm>
        <a:off x="4492355" y="66717"/>
        <a:ext cx="1816156" cy="664447"/>
      </dsp:txXfrm>
    </dsp:sp>
    <dsp:sp modelId="{E4B7287D-04E8-E841-9099-B48838C05EB5}">
      <dsp:nvSpPr>
        <dsp:cNvPr id="0" name=""/>
        <dsp:cNvSpPr/>
      </dsp:nvSpPr>
      <dsp:spPr>
        <a:xfrm>
          <a:off x="4330186" y="892087"/>
          <a:ext cx="2015490" cy="3577839"/>
        </a:xfrm>
        <a:prstGeom prst="rect">
          <a:avLst/>
        </a:prstGeom>
        <a:solidFill>
          <a:schemeClr val="accent2">
            <a:tint val="40000"/>
            <a:alpha val="90000"/>
            <a:hueOff val="96280"/>
            <a:satOff val="21909"/>
            <a:lumOff val="2421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96280"/>
              <a:satOff val="21909"/>
              <a:lumOff val="242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269" tIns="159269" rIns="159269" bIns="318537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Fine Tune the Foundation Model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Fine tune the Foundation Model.</a:t>
          </a:r>
          <a:br>
            <a:rPr lang="en-US" sz="1400" kern="1200" dirty="0"/>
          </a:b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Determine efficiency and improve on the following metrics: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Accuracy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Resource Utilization</a:t>
          </a:r>
        </a:p>
      </dsp:txBody>
      <dsp:txXfrm>
        <a:off x="4330186" y="892087"/>
        <a:ext cx="2015490" cy="3577839"/>
      </dsp:txXfrm>
    </dsp:sp>
    <dsp:sp modelId="{5087781F-5D71-9D4C-8753-36CE18AA7882}">
      <dsp:nvSpPr>
        <dsp:cNvPr id="0" name=""/>
        <dsp:cNvSpPr/>
      </dsp:nvSpPr>
      <dsp:spPr>
        <a:xfrm>
          <a:off x="6410223" y="58670"/>
          <a:ext cx="2214824" cy="664447"/>
        </a:xfrm>
        <a:prstGeom prst="chevron">
          <a:avLst>
            <a:gd name="adj" fmla="val 30000"/>
          </a:avLst>
        </a:prstGeom>
        <a:solidFill>
          <a:schemeClr val="accent2">
            <a:hueOff val="37164"/>
            <a:satOff val="34316"/>
            <a:lumOff val="8971"/>
            <a:alphaOff val="0"/>
          </a:schemeClr>
        </a:solidFill>
        <a:ln w="25400" cap="flat" cmpd="sng" algn="ctr">
          <a:solidFill>
            <a:schemeClr val="accent2">
              <a:hueOff val="37164"/>
              <a:satOff val="34316"/>
              <a:lumOff val="8971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041" tIns="82041" rIns="82041" bIns="82041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Step 4</a:t>
          </a:r>
        </a:p>
      </dsp:txBody>
      <dsp:txXfrm>
        <a:off x="6609557" y="58670"/>
        <a:ext cx="1816156" cy="664447"/>
      </dsp:txXfrm>
    </dsp:sp>
    <dsp:sp modelId="{5C4A0A25-875C-EA40-A58E-55387E5C298D}">
      <dsp:nvSpPr>
        <dsp:cNvPr id="0" name=""/>
        <dsp:cNvSpPr/>
      </dsp:nvSpPr>
      <dsp:spPr>
        <a:xfrm>
          <a:off x="6490687" y="892087"/>
          <a:ext cx="2015490" cy="3577839"/>
        </a:xfrm>
        <a:prstGeom prst="rect">
          <a:avLst/>
        </a:prstGeom>
        <a:solidFill>
          <a:schemeClr val="accent2">
            <a:tint val="40000"/>
            <a:alpha val="90000"/>
            <a:hueOff val="144419"/>
            <a:satOff val="32864"/>
            <a:lumOff val="3632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44419"/>
              <a:satOff val="32864"/>
              <a:lumOff val="363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269" tIns="159269" rIns="159269" bIns="318537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Enhance explainability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/>
            <a:t>Implement mechanisms to enhance the transparency in decision making. </a:t>
          </a:r>
          <a:endParaRPr lang="en-US" sz="1800" kern="1200" dirty="0"/>
        </a:p>
      </dsp:txBody>
      <dsp:txXfrm>
        <a:off x="6490687" y="892087"/>
        <a:ext cx="2015490" cy="3577839"/>
      </dsp:txXfrm>
    </dsp:sp>
    <dsp:sp modelId="{16E3ED90-3497-4F6F-8A31-995BD5CFCAAA}">
      <dsp:nvSpPr>
        <dsp:cNvPr id="0" name=""/>
        <dsp:cNvSpPr/>
      </dsp:nvSpPr>
      <dsp:spPr>
        <a:xfrm>
          <a:off x="8570725" y="58670"/>
          <a:ext cx="2214824" cy="664447"/>
        </a:xfrm>
        <a:prstGeom prst="chevron">
          <a:avLst>
            <a:gd name="adj" fmla="val 30000"/>
          </a:avLst>
        </a:prstGeom>
        <a:solidFill>
          <a:schemeClr val="accent2">
            <a:hueOff val="49552"/>
            <a:satOff val="45755"/>
            <a:lumOff val="11961"/>
            <a:alphaOff val="0"/>
          </a:schemeClr>
        </a:solidFill>
        <a:ln w="25400" cap="flat" cmpd="sng" algn="ctr">
          <a:solidFill>
            <a:schemeClr val="accent2">
              <a:hueOff val="49552"/>
              <a:satOff val="45755"/>
              <a:lumOff val="11961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041" tIns="82041" rIns="82041" bIns="82041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Step 5</a:t>
          </a:r>
        </a:p>
      </dsp:txBody>
      <dsp:txXfrm>
        <a:off x="8770059" y="58670"/>
        <a:ext cx="1816156" cy="664447"/>
      </dsp:txXfrm>
    </dsp:sp>
    <dsp:sp modelId="{488AB4F1-0619-47A7-9589-3D10C3030137}">
      <dsp:nvSpPr>
        <dsp:cNvPr id="0" name=""/>
        <dsp:cNvSpPr/>
      </dsp:nvSpPr>
      <dsp:spPr>
        <a:xfrm>
          <a:off x="8651189" y="892087"/>
          <a:ext cx="2015490" cy="3577839"/>
        </a:xfrm>
        <a:prstGeom prst="rect">
          <a:avLst/>
        </a:prstGeom>
        <a:solidFill>
          <a:schemeClr val="accent2">
            <a:tint val="40000"/>
            <a:alpha val="90000"/>
            <a:hueOff val="192559"/>
            <a:satOff val="43818"/>
            <a:lumOff val="484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92559"/>
              <a:satOff val="43818"/>
              <a:lumOff val="48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269" tIns="159269" rIns="159269" bIns="318537" numCol="1" spcCol="1270" anchor="t" anchorCtr="0">
          <a:noAutofit/>
        </a:bodyPr>
        <a:lstStyle/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Comparison</a:t>
          </a:r>
        </a:p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/>
            <a:t>Compare the results with traditional anomaly detection methods as well as State-of-The-Art methods. </a:t>
          </a:r>
        </a:p>
        <a:p>
          <a:pPr marL="273050" lvl="0" indent="709613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kern="1200" dirty="0"/>
            <a:t> </a:t>
          </a:r>
        </a:p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1500" kern="1200" dirty="0"/>
        </a:p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 dirty="0"/>
        </a:p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 dirty="0"/>
        </a:p>
      </dsp:txBody>
      <dsp:txXfrm>
        <a:off x="8651189" y="892087"/>
        <a:ext cx="2015490" cy="35778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C6AA85-543A-49BD-AAEA-D8BCB9E3072D}" type="datetimeFigureOut">
              <a:rPr lang="en-AU" smtClean="0"/>
              <a:t>16/03/2025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0358E6-743C-4555-8C1C-3E338A27C5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3784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AC062A73-2E64-49D6-ABD8-1FCFA8272204}" type="datetimeFigureOut">
              <a:rPr lang="en-AU" smtClean="0"/>
              <a:t>16/03/2025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5780AC98-8E30-490D-A639-38DF0F70C2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4587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41904" y="181429"/>
            <a:ext cx="11710747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720000" y="2754276"/>
            <a:ext cx="6175828" cy="275580"/>
          </a:xfrm>
          <a:prstGeom prst="rect">
            <a:avLst/>
          </a:prstGeom>
          <a:ln>
            <a:noFill/>
          </a:ln>
        </p:spPr>
        <p:txBody>
          <a:bodyPr anchor="t" anchorCtr="0"/>
          <a:lstStyle>
            <a:lvl1pPr marL="0" indent="0" algn="l">
              <a:buNone/>
              <a:defRPr sz="1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noProof="0" dirty="0"/>
              <a:t>DATE: 3 October 2014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>
          <a:xfrm>
            <a:off x="720000" y="1484784"/>
            <a:ext cx="8544000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2133600"/>
            <a:ext cx="8542867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8117" y="181429"/>
            <a:ext cx="2037600" cy="76273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463"/>
          <a:stretch/>
        </p:blipFill>
        <p:spPr>
          <a:xfrm>
            <a:off x="241904" y="3067670"/>
            <a:ext cx="11710747" cy="361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826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41904" y="181429"/>
            <a:ext cx="11710747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720000" y="2754276"/>
            <a:ext cx="6175828" cy="275580"/>
          </a:xfrm>
          <a:prstGeom prst="rect">
            <a:avLst/>
          </a:prstGeom>
          <a:ln>
            <a:noFill/>
          </a:ln>
        </p:spPr>
        <p:txBody>
          <a:bodyPr anchor="t" anchorCtr="0"/>
          <a:lstStyle>
            <a:lvl1pPr marL="0" indent="0" algn="l">
              <a:buNone/>
              <a:defRPr sz="1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noProof="0" dirty="0"/>
              <a:t>DATE: 3 October 2014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>
          <a:xfrm>
            <a:off x="720000" y="1484784"/>
            <a:ext cx="8544000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2133600"/>
            <a:ext cx="8542867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8117" y="181429"/>
            <a:ext cx="2037600" cy="762730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241904" y="3062172"/>
            <a:ext cx="4722971" cy="36330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9" name="Picture Placeholder 9" descr="Section_Image.jpg"/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03" t="15468" r="100" b="1049"/>
          <a:stretch/>
        </p:blipFill>
        <p:spPr>
          <a:xfrm>
            <a:off x="4964875" y="3062172"/>
            <a:ext cx="6987287" cy="3632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6959" y="3448840"/>
            <a:ext cx="1943987" cy="3239978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8046796" y="5910035"/>
            <a:ext cx="3591442" cy="65567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rmAutofit fontScale="77500" lnSpcReduction="20000"/>
          </a:bodyPr>
          <a:lstStyle/>
          <a:p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Note to user: Replace this image with your own.</a:t>
            </a: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Right click on this Placeholder box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Replace image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Select image and click ‘Resize image to fit in placeholder’)</a:t>
            </a:r>
          </a:p>
        </p:txBody>
      </p:sp>
    </p:spTree>
    <p:extLst>
      <p:ext uri="{BB962C8B-B14F-4D97-AF65-F5344CB8AC3E}">
        <p14:creationId xmlns:p14="http://schemas.microsoft.com/office/powerpoint/2010/main" val="119201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1428" y="181429"/>
            <a:ext cx="11703337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8117" y="181429"/>
            <a:ext cx="2037600" cy="762730"/>
          </a:xfrm>
          <a:prstGeom prst="rect">
            <a:avLst/>
          </a:prstGeom>
        </p:spPr>
      </p:pic>
      <p:pic>
        <p:nvPicPr>
          <p:cNvPr id="9" name="Picture Placeholder 9" descr="Section_Image.jp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" t="15597" r="462" b="1605"/>
          <a:stretch/>
        </p:blipFill>
        <p:spPr>
          <a:xfrm>
            <a:off x="251429" y="1257301"/>
            <a:ext cx="11706850" cy="5419724"/>
          </a:xfrm>
          <a:prstGeom prst="rect">
            <a:avLst/>
          </a:prstGeom>
          <a:ln>
            <a:noFill/>
          </a:ln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720000" y="2863019"/>
            <a:ext cx="8045752" cy="6083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3485114"/>
            <a:ext cx="6407150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342605" y="5842000"/>
            <a:ext cx="3591442" cy="65567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rmAutofit fontScale="77500" lnSpcReduction="20000"/>
          </a:bodyPr>
          <a:lstStyle/>
          <a:p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Note to user: Replace this image with your own.</a:t>
            </a: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Right click on this Placeholder box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Replace image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Select image and click ‘Resize image to fit in placeholder’)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457" y="3502203"/>
            <a:ext cx="3174822" cy="317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295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241904" y="181429"/>
            <a:ext cx="11710800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5608410" y="6183276"/>
            <a:ext cx="5772668" cy="275580"/>
          </a:xfrm>
          <a:prstGeom prst="rect">
            <a:avLst/>
          </a:prstGeom>
          <a:ln>
            <a:noFill/>
          </a:ln>
        </p:spPr>
        <p:txBody>
          <a:bodyPr anchor="t" anchorCtr="0"/>
          <a:lstStyle>
            <a:lvl1pPr marL="0" indent="0" algn="l">
              <a:buNone/>
              <a:defRPr sz="1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noProof="0" dirty="0"/>
              <a:t>DATE: 3 October 2014</a:t>
            </a:r>
          </a:p>
        </p:txBody>
      </p:sp>
      <p:sp>
        <p:nvSpPr>
          <p:cNvPr id="21" name="Title 20"/>
          <p:cNvSpPr>
            <a:spLocks noGrp="1"/>
          </p:cNvSpPr>
          <p:nvPr>
            <p:ph type="title" hasCustomPrompt="1"/>
          </p:nvPr>
        </p:nvSpPr>
        <p:spPr>
          <a:xfrm>
            <a:off x="5639120" y="2708920"/>
            <a:ext cx="5665556" cy="648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AU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5638360" y="3357564"/>
            <a:ext cx="5666316" cy="503237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6369" y="181429"/>
            <a:ext cx="2037600" cy="762730"/>
          </a:xfrm>
          <a:prstGeom prst="rect">
            <a:avLst/>
          </a:prstGeom>
        </p:spPr>
      </p:pic>
      <p:pic>
        <p:nvPicPr>
          <p:cNvPr id="9" name="Picture 8" descr="MAC21_190.5x254_PowerPoint_Images_Cov v3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5" y="0"/>
            <a:ext cx="4383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82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20000" y="1620000"/>
            <a:ext cx="10800001" cy="4525963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Content no bullets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04664" cy="365125"/>
          </a:xfrm>
        </p:spPr>
        <p:txBody>
          <a:bodyPr/>
          <a:lstStyle>
            <a:lvl1pPr algn="l">
              <a:defRPr sz="1050"/>
            </a:lvl1pPr>
          </a:lstStyle>
          <a:p>
            <a:r>
              <a:rPr lang="en-US"/>
              <a:t>COMP28851, S1, 2025: Project Proposal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>
            <a:lvl1pPr>
              <a:defRPr sz="1050"/>
            </a:lvl1pPr>
          </a:lstStyle>
          <a:p>
            <a:fld id="{D9C42BCC-44E8-4F98-A8FE-EAF16D8C1E6E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75914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017448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6"/>
          </p:nvPr>
        </p:nvSpPr>
        <p:spPr>
          <a:xfrm>
            <a:off x="720000" y="1620000"/>
            <a:ext cx="10776675" cy="452437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3392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r>
              <a:rPr lang="en-US"/>
              <a:t>COMP28851, S1, 2025: Project Proposal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759075" cy="365125"/>
          </a:xfrm>
        </p:spPr>
        <p:txBody>
          <a:bodyPr/>
          <a:lstStyle/>
          <a:p>
            <a:fld id="{D9C42BCC-44E8-4F98-A8FE-EAF16D8C1E6E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386680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98723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 lIns="0" tIns="0" rIns="0" bIns="0"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20000" y="1620000"/>
            <a:ext cx="5220000" cy="4525963"/>
          </a:xfrm>
        </p:spPr>
        <p:txBody>
          <a:bodyPr lIns="0" tIns="0" rIns="0" bIns="0" numCol="1" spcCol="144000"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Two Column content no bullets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r>
              <a:rPr lang="en-US"/>
              <a:t>COMP28851, S1, 2025: Project Proposal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/>
          <a:p>
            <a:fld id="{D9C42BCC-44E8-4F98-A8FE-EAF16D8C1E6E}" type="slidenum">
              <a:rPr lang="en-AU" smtClean="0"/>
              <a:t>‹#›</a:t>
            </a:fld>
            <a:endParaRPr lang="en-AU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25430"/>
          </a:xfrm>
        </p:spPr>
        <p:txBody>
          <a:bodyPr lIns="0" tIns="0" rIns="0" bIns="0"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6" hasCustomPrompt="1"/>
          </p:nvPr>
        </p:nvSpPr>
        <p:spPr>
          <a:xfrm>
            <a:off x="6248400" y="1620000"/>
            <a:ext cx="5220000" cy="4525963"/>
          </a:xfrm>
        </p:spPr>
        <p:txBody>
          <a:bodyPr lIns="0" tIns="0" rIns="0" bIns="0" numCol="1" spcCol="144000"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Two Column content no bullets</a:t>
            </a:r>
          </a:p>
        </p:txBody>
      </p:sp>
    </p:spTree>
    <p:extLst>
      <p:ext uri="{BB962C8B-B14F-4D97-AF65-F5344CB8AC3E}">
        <p14:creationId xmlns:p14="http://schemas.microsoft.com/office/powerpoint/2010/main" val="2404540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61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r>
              <a:rPr lang="en-US"/>
              <a:t>COMP28851, S1, 2025: Project Proposal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>
            <a:lvl1pPr>
              <a:defRPr sz="1050"/>
            </a:lvl1pPr>
          </a:lstStyle>
          <a:p>
            <a:fld id="{D9C42BCC-44E8-4F98-A8FE-EAF16D8C1E6E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43830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 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720000" y="1620000"/>
            <a:ext cx="5220000" cy="452913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362400" y="1620000"/>
            <a:ext cx="5220000" cy="452913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4726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r>
              <a:rPr lang="en-US"/>
              <a:t>COMP28851, S1, 2025: Project Proposal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/>
          <a:p>
            <a:fld id="{D9C42BCC-44E8-4F98-A8FE-EAF16D8C1E6E}" type="slidenum">
              <a:rPr lang="en-AU" smtClean="0"/>
              <a:t>‹#›</a:t>
            </a:fld>
            <a:endParaRPr lang="en-AU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43830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808700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r>
              <a:rPr lang="en-US"/>
              <a:t>COMP28851, S1, 2025: Project Proposal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/>
          <a:p>
            <a:fld id="{D9C42BCC-44E8-4F98-A8FE-EAF16D8C1E6E}" type="slidenum">
              <a:rPr lang="en-AU" smtClean="0"/>
              <a:t>‹#›</a:t>
            </a:fld>
            <a:endParaRPr lang="en-AU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75151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720000" y="1620000"/>
            <a:ext cx="10752000" cy="4525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92518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23392" y="6309321"/>
            <a:ext cx="5472608" cy="365125"/>
          </a:xfrm>
        </p:spPr>
        <p:txBody>
          <a:bodyPr/>
          <a:lstStyle/>
          <a:p>
            <a:r>
              <a:rPr lang="en-US"/>
              <a:t>COMP28851, S1, 2025: Project Proposal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09321"/>
            <a:ext cx="2844800" cy="365125"/>
          </a:xfrm>
        </p:spPr>
        <p:txBody>
          <a:bodyPr/>
          <a:lstStyle/>
          <a:p>
            <a:fld id="{D9C42BCC-44E8-4F98-A8FE-EAF16D8C1E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329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10001277" y="5715016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8594844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63D112-7C89-384D-B4FC-664FC949D6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720000" y="1620000"/>
            <a:ext cx="8507963" cy="4490720"/>
          </a:xfrm>
        </p:spPr>
        <p:txBody>
          <a:bodyPr>
            <a:noAutofit/>
          </a:bodyPr>
          <a:lstStyle>
            <a:lvl7pPr>
              <a:buNone/>
              <a:defRPr/>
            </a:lvl7pPr>
            <a:lvl8pPr>
              <a:buNone/>
              <a:defRPr/>
            </a:lvl8pPr>
          </a:lstStyle>
          <a:p>
            <a:r>
              <a:rPr lang="en-US" b="1" dirty="0">
                <a:solidFill>
                  <a:srgbClr val="6D0020"/>
                </a:solidFill>
              </a:rPr>
              <a:t>HEADER INFO</a:t>
            </a:r>
          </a:p>
          <a:p>
            <a:r>
              <a:rPr lang="en-US" dirty="0" err="1">
                <a:latin typeface="Georgia"/>
                <a:cs typeface="Georgia"/>
              </a:rPr>
              <a:t>Consectetur</a:t>
            </a:r>
            <a:r>
              <a:rPr lang="en-US" dirty="0">
                <a:latin typeface="Georgia"/>
                <a:cs typeface="Georgia"/>
              </a:rPr>
              <a:t>  met </a:t>
            </a:r>
            <a:r>
              <a:rPr lang="en-US" dirty="0" err="1">
                <a:latin typeface="Georgia"/>
                <a:cs typeface="Georgia"/>
              </a:rPr>
              <a:t>adipiscing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. </a:t>
            </a:r>
            <a:r>
              <a:rPr lang="en-US" dirty="0" err="1">
                <a:latin typeface="Georgia"/>
                <a:cs typeface="Georgia"/>
              </a:rPr>
              <a:t>Aenean</a:t>
            </a:r>
            <a:r>
              <a:rPr lang="en-US" dirty="0">
                <a:latin typeface="Georgia"/>
                <a:cs typeface="Georgia"/>
              </a:rPr>
              <a:t> ac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 a </a:t>
            </a:r>
            <a:r>
              <a:rPr lang="en-US" dirty="0" err="1">
                <a:latin typeface="Georgia"/>
                <a:cs typeface="Georgia"/>
              </a:rPr>
              <a:t>felis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pharetra</a:t>
            </a:r>
            <a:r>
              <a:rPr lang="en-US" dirty="0">
                <a:latin typeface="Georgia"/>
                <a:cs typeface="Georgia"/>
              </a:rPr>
              <a:t> </a:t>
            </a:r>
            <a:br>
              <a:rPr lang="en-US" dirty="0">
                <a:latin typeface="Georgia"/>
                <a:cs typeface="Georgia"/>
              </a:rPr>
            </a:br>
            <a:r>
              <a:rPr lang="en-US" dirty="0" err="1">
                <a:latin typeface="Georgia"/>
                <a:cs typeface="Georgia"/>
              </a:rPr>
              <a:t>vel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Fringilla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Duis</a:t>
            </a:r>
            <a:r>
              <a:rPr lang="en-US" dirty="0">
                <a:latin typeface="Georgia"/>
                <a:cs typeface="Georgia"/>
              </a:rPr>
              <a:t> dui </a:t>
            </a:r>
            <a:r>
              <a:rPr lang="en-US" dirty="0" err="1">
                <a:latin typeface="Georgia"/>
                <a:cs typeface="Georgia"/>
              </a:rPr>
              <a:t>arcu</a:t>
            </a:r>
            <a:r>
              <a:rPr lang="en-US" dirty="0">
                <a:latin typeface="Georgia"/>
                <a:cs typeface="Georgia"/>
              </a:rPr>
              <a:t>, </a:t>
            </a:r>
            <a:r>
              <a:rPr lang="en-US" dirty="0" err="1">
                <a:latin typeface="Georgia"/>
                <a:cs typeface="Georgia"/>
              </a:rPr>
              <a:t>amet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scelerisque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nec</a:t>
            </a:r>
            <a:r>
              <a:rPr lang="en-US" dirty="0">
                <a:latin typeface="Georgia"/>
                <a:cs typeface="Georgia"/>
              </a:rPr>
              <a:t> dictum </a:t>
            </a:r>
            <a:br>
              <a:rPr lang="en-US" dirty="0">
                <a:latin typeface="Georgia"/>
                <a:cs typeface="Georgia"/>
              </a:rPr>
            </a:br>
            <a:r>
              <a:rPr lang="en-US" dirty="0">
                <a:latin typeface="Georgia"/>
                <a:cs typeface="Georgia"/>
              </a:rPr>
              <a:t>ac </a:t>
            </a:r>
            <a:r>
              <a:rPr lang="en-US" dirty="0" err="1">
                <a:latin typeface="Georgia"/>
                <a:cs typeface="Georgia"/>
              </a:rPr>
              <a:t>conse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eu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Donec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tincid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unt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enim</a:t>
            </a:r>
            <a:r>
              <a:rPr lang="en-US" dirty="0">
                <a:latin typeface="Georgia"/>
                <a:cs typeface="Georgia"/>
              </a:rPr>
              <a:t> sit </a:t>
            </a:r>
            <a:r>
              <a:rPr lang="en-US" dirty="0" err="1">
                <a:latin typeface="Georgia"/>
                <a:cs typeface="Georgia"/>
              </a:rPr>
              <a:t>amet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consequat</a:t>
            </a:r>
            <a:r>
              <a:rPr lang="en-US" dirty="0">
                <a:latin typeface="Georgia"/>
                <a:cs typeface="Georgia"/>
              </a:rPr>
              <a:t>.</a:t>
            </a:r>
          </a:p>
          <a:p>
            <a:pPr>
              <a:buFont typeface="Arial"/>
              <a:buChar char="•"/>
            </a:pPr>
            <a:endParaRPr lang="en-US" dirty="0">
              <a:latin typeface="Georgia"/>
              <a:cs typeface="Georgia"/>
            </a:endParaRPr>
          </a:p>
          <a:p>
            <a:pPr>
              <a:buFont typeface="Arial"/>
              <a:buChar char="•"/>
            </a:pPr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r>
              <a:rPr lang="en-US" dirty="0">
                <a:latin typeface="Georgia"/>
                <a:cs typeface="Georgia"/>
              </a:rPr>
              <a:t> velum</a:t>
            </a:r>
          </a:p>
          <a:p>
            <a:pPr marL="342900" lvl="7" indent="0"/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endParaRPr lang="en-US" dirty="0">
              <a:latin typeface="Georgia"/>
              <a:cs typeface="Georgia"/>
            </a:endParaRPr>
          </a:p>
          <a:p>
            <a:pPr marL="342900" lvl="7" indent="0"/>
            <a:endParaRPr lang="en-US" dirty="0">
              <a:latin typeface="Georgia"/>
              <a:cs typeface="Georgia"/>
            </a:endParaRPr>
          </a:p>
          <a:p>
            <a:pPr>
              <a:buFont typeface="Arial"/>
              <a:buChar char="•"/>
            </a:pPr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r>
              <a:rPr lang="en-US" dirty="0">
                <a:latin typeface="Georgia"/>
                <a:cs typeface="Georgia"/>
              </a:rPr>
              <a:t> velum</a:t>
            </a:r>
          </a:p>
          <a:p>
            <a:pPr marL="342900" lvl="6" indent="0"/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endParaRPr lang="en-US" dirty="0">
              <a:latin typeface="Georgia"/>
              <a:cs typeface="Georgia"/>
            </a:endParaRPr>
          </a:p>
          <a:p>
            <a:endParaRPr lang="en-US" dirty="0">
              <a:latin typeface="Georgia"/>
              <a:cs typeface="Georgia"/>
            </a:endParaRPr>
          </a:p>
          <a:p>
            <a:endParaRPr lang="en-US" dirty="0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458276" cy="434305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870846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274638"/>
            <a:ext cx="8458276" cy="648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620000"/>
            <a:ext cx="10800001" cy="45259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0000" y="6309321"/>
            <a:ext cx="5400675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COMP28851, S1, 2025: Project Proposal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51875" y="6309321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42BCC-44E8-4F98-A8FE-EAF16D8C1E6E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3174" y="217272"/>
            <a:ext cx="2037600" cy="762730"/>
          </a:xfrm>
          <a:prstGeom prst="rect">
            <a:avLst/>
          </a:prstGeom>
        </p:spPr>
      </p:pic>
      <p:pic>
        <p:nvPicPr>
          <p:cNvPr id="1026" name="Picture 2"/>
          <p:cNvPicPr preferRelativeResize="0"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" y="1368000"/>
            <a:ext cx="10800000" cy="12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41762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67" r:id="rId3"/>
    <p:sldLayoutId id="2147483651" r:id="rId4"/>
    <p:sldLayoutId id="2147483650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55" r:id="rId11"/>
    <p:sldLayoutId id="2147483665" r:id="rId12"/>
    <p:sldLayoutId id="2147483669" r:id="rId1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spcBef>
          <a:spcPct val="20000"/>
        </a:spcBef>
        <a:buFont typeface="Georgia" panose="02040502050405020303" pitchFamily="18" charset="0"/>
        <a:buChar char="―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Georgia" panose="02040502050405020303" pitchFamily="18" charset="0"/>
        <a:buChar char="―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2" pos="4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D01ECA-9AB4-39D6-4E00-F7AE34B1D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05" y="493124"/>
            <a:ext cx="11323976" cy="648000"/>
          </a:xfrm>
        </p:spPr>
        <p:txBody>
          <a:bodyPr>
            <a:normAutofit/>
          </a:bodyPr>
          <a:lstStyle/>
          <a:p>
            <a:r>
              <a:rPr lang="en-AU" sz="2000" dirty="0"/>
              <a:t>Project Proposal [</a:t>
            </a:r>
            <a:r>
              <a:rPr lang="en-US" sz="2000" i="0" u="none" strike="noStrike" dirty="0">
                <a:solidFill>
                  <a:srgbClr val="000000"/>
                </a:solidFill>
                <a:effectLst/>
              </a:rPr>
              <a:t>Anomaly Detection with Foundation Models for Cyber Security Applications</a:t>
            </a:r>
            <a:r>
              <a:rPr lang="en-AU" sz="2000" dirty="0"/>
              <a:t>]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8A8A328-DE73-5A9C-69DE-11BF69D7AD64}"/>
              </a:ext>
            </a:extLst>
          </p:cNvPr>
          <p:cNvSpPr txBox="1">
            <a:spLocks/>
          </p:cNvSpPr>
          <p:nvPr/>
        </p:nvSpPr>
        <p:spPr>
          <a:xfrm>
            <a:off x="7529362" y="6137998"/>
            <a:ext cx="6676480" cy="39539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COMP8851, S1, 2025: Project Proposal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DDEECA1-28CB-530C-89C1-4EB74666C0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7036" y="1411344"/>
            <a:ext cx="8542867" cy="748196"/>
          </a:xfrm>
        </p:spPr>
        <p:txBody>
          <a:bodyPr>
            <a:normAutofit/>
          </a:bodyPr>
          <a:lstStyle/>
          <a:p>
            <a:r>
              <a:rPr lang="en-AU" sz="2000" b="1" dirty="0">
                <a:solidFill>
                  <a:schemeClr val="tx1"/>
                </a:solidFill>
              </a:rPr>
              <a:t>Supervisor(s):</a:t>
            </a:r>
            <a:r>
              <a:rPr lang="en-AU" sz="2000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Dr, </a:t>
            </a:r>
            <a:r>
              <a:rPr lang="en-US" sz="2000" dirty="0" err="1">
                <a:solidFill>
                  <a:schemeClr val="tx1"/>
                </a:solidFill>
              </a:rPr>
              <a:t>Xuyun</a:t>
            </a:r>
            <a:r>
              <a:rPr lang="en-US" sz="2000" dirty="0">
                <a:solidFill>
                  <a:schemeClr val="tx1"/>
                </a:solidFill>
              </a:rPr>
              <a:t> Zhang​</a:t>
            </a:r>
          </a:p>
          <a:p>
            <a:r>
              <a:rPr lang="en-US" sz="2000" dirty="0">
                <a:solidFill>
                  <a:schemeClr val="tx1"/>
                </a:solidFill>
              </a:rPr>
              <a:t>Associate Professor, School of Computing</a:t>
            </a:r>
            <a:endParaRPr lang="en-AU" sz="2000" dirty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A3E35C7-635A-2FBA-C85E-816364AEA7E9}"/>
              </a:ext>
            </a:extLst>
          </p:cNvPr>
          <p:cNvSpPr txBox="1">
            <a:spLocks/>
          </p:cNvSpPr>
          <p:nvPr/>
        </p:nvSpPr>
        <p:spPr>
          <a:xfrm>
            <a:off x="720000" y="3285219"/>
            <a:ext cx="10351210" cy="2755657"/>
          </a:xfrm>
          <a:prstGeom prst="rect">
            <a:avLst/>
          </a:prstGeom>
        </p:spPr>
        <p:txBody>
          <a:bodyPr vert="horz" lIns="0" tIns="0" rIns="0" bIns="0" rtlCol="0">
            <a:normAutofit fontScale="55000" lnSpcReduction="2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 cap="all" baseline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spcBef>
                <a:spcPct val="20000"/>
              </a:spcBef>
              <a:buFont typeface="Georgia" panose="02040502050405020303" pitchFamily="18" charset="0"/>
              <a:buChar char="―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Georgia" panose="02040502050405020303" pitchFamily="18" charset="0"/>
              <a:buChar char="―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600" b="1" dirty="0">
                <a:solidFill>
                  <a:schemeClr val="tx1"/>
                </a:solidFill>
              </a:rPr>
              <a:t>Contributors:</a:t>
            </a:r>
            <a:br>
              <a:rPr lang="en-AU" sz="2600" dirty="0">
                <a:solidFill>
                  <a:schemeClr val="tx1"/>
                </a:solidFill>
              </a:rPr>
            </a:br>
            <a:endParaRPr lang="en-AU" sz="2600" dirty="0">
              <a:solidFill>
                <a:schemeClr val="tx1"/>
              </a:solidFill>
            </a:endParaRPr>
          </a:p>
          <a:p>
            <a:pPr algn="l" rtl="0" fontAlgn="base">
              <a:lnSpc>
                <a:spcPct val="170000"/>
              </a:lnSpc>
              <a:buNone/>
            </a:pPr>
            <a:r>
              <a:rPr lang="en-US" sz="2600" b="1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Aurelio Ribiero (47915854)</a:t>
            </a:r>
            <a:r>
              <a:rPr lang="en-US" sz="2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en-US" sz="2600" b="1" dirty="0">
              <a:solidFill>
                <a:schemeClr val="tx1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ct val="170000"/>
              </a:lnSpc>
              <a:buNone/>
            </a:pPr>
            <a:r>
              <a:rPr lang="en-US" sz="2600" b="1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Chris Crasto </a:t>
            </a:r>
            <a:r>
              <a:rPr lang="en-US" sz="2600" b="1" u="none" strike="noStrik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Paschol</a:t>
            </a:r>
            <a:r>
              <a:rPr lang="en-US" sz="2600" b="1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(48055204)</a:t>
            </a:r>
            <a:r>
              <a:rPr lang="en-US" sz="2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en-US" sz="2600" b="1" dirty="0">
              <a:solidFill>
                <a:schemeClr val="tx1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ct val="170000"/>
              </a:lnSpc>
              <a:buNone/>
            </a:pPr>
            <a:r>
              <a:rPr lang="en-US" sz="2600" b="1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Sachin Byanju (47889640)</a:t>
            </a:r>
            <a:r>
              <a:rPr lang="en-US" sz="2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en-US" sz="2600" b="1" dirty="0">
              <a:solidFill>
                <a:schemeClr val="tx1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ct val="170000"/>
              </a:lnSpc>
              <a:buNone/>
            </a:pPr>
            <a:r>
              <a:rPr lang="en-US" sz="2600" b="1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Saksham Khatiwada (47937351)</a:t>
            </a:r>
            <a:r>
              <a:rPr lang="en-US" sz="2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en-US" sz="2600" b="1" dirty="0">
              <a:solidFill>
                <a:schemeClr val="tx1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ct val="170000"/>
              </a:lnSpc>
            </a:pPr>
            <a:r>
              <a:rPr lang="en-US" sz="2600" b="1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Sanam Ghimire (47368934)</a:t>
            </a:r>
            <a:endParaRPr lang="en-US" sz="2600" b="1" dirty="0">
              <a:solidFill>
                <a:schemeClr val="tx1"/>
              </a:solidFill>
              <a:effectLst/>
              <a:latin typeface="Segoe UI" panose="020B0502040204020203" pitchFamily="34" charset="0"/>
            </a:endParaRPr>
          </a:p>
          <a:p>
            <a:endParaRPr lang="en-AU" dirty="0">
              <a:solidFill>
                <a:srgbClr val="FFFF00"/>
              </a:solidFill>
            </a:endParaRPr>
          </a:p>
          <a:p>
            <a:r>
              <a:rPr lang="en-AU" dirty="0">
                <a:solidFill>
                  <a:srgbClr val="FFFF00"/>
                </a:solidFill>
              </a:rPr>
              <a:t>[insert link to video recording if not in </a:t>
            </a:r>
            <a:r>
              <a:rPr lang="en-AU" dirty="0" err="1">
                <a:solidFill>
                  <a:srgbClr val="FFFF00"/>
                </a:solidFill>
              </a:rPr>
              <a:t>ilearn</a:t>
            </a:r>
            <a:r>
              <a:rPr lang="en-AU" dirty="0">
                <a:solidFill>
                  <a:srgbClr val="FFFF00"/>
                </a:solidFill>
              </a:rPr>
              <a:t>]</a:t>
            </a:r>
          </a:p>
          <a:p>
            <a:endParaRPr lang="en-AU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8791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AU" dirty="0"/>
              <a:t>Big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4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Vision – aspirational; what will this project </a:t>
            </a:r>
            <a:r>
              <a:rPr lang="en-AU" sz="24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achieve in the </a:t>
            </a:r>
            <a:r>
              <a:rPr lang="en-AU" sz="240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long term</a:t>
            </a:r>
            <a:r>
              <a:rPr lang="en-AU" sz="24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? </a:t>
            </a:r>
          </a:p>
          <a:p>
            <a:pPr marL="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4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Aim(s) – a broad statement of the overall purpose of this project</a:t>
            </a:r>
          </a:p>
          <a:p>
            <a:pPr marL="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4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Objectives –  specific “measurable” steps you will take to achieve the aims</a:t>
            </a:r>
          </a:p>
          <a:p>
            <a:pPr marL="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4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Goals –  desired outcomes; milestones to reach</a:t>
            </a:r>
          </a:p>
          <a:p>
            <a:pPr marL="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4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Significance</a:t>
            </a:r>
          </a:p>
          <a:p>
            <a:pPr marL="342900" lvl="0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AU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COMP28851, S1, 2025: Project Proposal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98CA4-062A-8647-8BFF-97F0A4E7D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2BCC-44E8-4F98-A8FE-EAF16D8C1E6E}" type="slidenum">
              <a:rPr lang="en-AU" smtClean="0"/>
              <a:pPr/>
              <a:t>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7582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C55F6-AE4A-B17D-61D6-21404E7C5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D5477-A55E-DFE3-ABD5-FC97F26B8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AU" dirty="0"/>
              <a:t>Research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1A640-BB06-C472-22F4-3F2989B40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620000"/>
            <a:ext cx="10800001" cy="4525963"/>
          </a:xfrm>
        </p:spPr>
        <p:txBody>
          <a:bodyPr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400" dirty="0"/>
              <a:t>The diverse nature of cybersecurity data results in a significant challenge to traditional anomaly detection methods.</a:t>
            </a:r>
          </a:p>
          <a:p>
            <a:pPr marL="1143000" lvl="1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200" dirty="0"/>
              <a:t>This results in performance degradation.</a:t>
            </a:r>
          </a:p>
          <a:p>
            <a:pPr marL="1143000" lvl="1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200" dirty="0"/>
              <a:t>Models trained with one data type can not be used with another data type.</a:t>
            </a:r>
            <a:br>
              <a:rPr lang="en-AU" sz="2200" dirty="0"/>
            </a:br>
            <a:endParaRPr lang="en-AU" sz="2200" dirty="0"/>
          </a:p>
          <a:p>
            <a:pPr marL="342900" lvl="1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200" dirty="0"/>
              <a:t>Explore the potential of </a:t>
            </a:r>
            <a:r>
              <a:rPr lang="en-AU" sz="2400" dirty="0"/>
              <a:t>in-context</a:t>
            </a:r>
            <a:r>
              <a:rPr lang="en-AU" sz="2200" dirty="0"/>
              <a:t> learning ability of Foundation Models and Large Language Models to detect anomaly across multiple cybersecurity domains.</a:t>
            </a:r>
            <a:endParaRPr lang="en-AU" sz="2000" dirty="0"/>
          </a:p>
          <a:p>
            <a:pPr marL="342900" lvl="1"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AU" sz="2000" dirty="0"/>
          </a:p>
          <a:p>
            <a:pPr marL="342900" lvl="1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200" dirty="0"/>
              <a:t>Develop mechanisms to enhance the explainability of foundation models in anomaly detection to ensure transparency.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507478-58D0-4889-086A-5387B5FF2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COMP28851, S1, 2025: Project Proposal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1917DC-CFC7-701B-8FB8-DC173323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2BCC-44E8-4F98-A8FE-EAF16D8C1E6E}" type="slidenum">
              <a:rPr lang="en-AU" smtClean="0"/>
              <a:pPr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3970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49668-6DCC-51A5-D3B2-EAAEA82C8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D9BFD-F157-6128-4A44-3297F57E9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0" lvl="1" indent="0">
              <a:buNone/>
              <a:tabLst>
                <a:tab pos="457200" algn="l"/>
              </a:tabLst>
            </a:pPr>
            <a:endParaRPr lang="en-AU" sz="2200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>
              <a:tabLst>
                <a:tab pos="457200" algn="l"/>
              </a:tabLst>
            </a:pPr>
            <a:endParaRPr lang="en-AU" sz="2400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AU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297C2F-A6F7-C78A-844A-8E8DFAEC2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COMP28851, S1, 2025: Project Proposal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589417-1895-4431-681D-09F5D544D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2BCC-44E8-4F98-A8FE-EAF16D8C1E6E}" type="slidenum">
              <a:rPr lang="en-AU" smtClean="0"/>
              <a:pPr/>
              <a:t>3</a:t>
            </a:fld>
            <a:endParaRPr lang="en-AU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8D5FDA28-2858-F817-B0C5-3F87D6169A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3608183"/>
              </p:ext>
            </p:extLst>
          </p:nvPr>
        </p:nvGraphicFramePr>
        <p:xfrm>
          <a:off x="807722" y="1468877"/>
          <a:ext cx="10875197" cy="46975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8DB8909A-7054-F5FB-E6A9-B9AF55E57AAD}"/>
              </a:ext>
            </a:extLst>
          </p:cNvPr>
          <p:cNvSpPr txBox="1"/>
          <p:nvPr/>
        </p:nvSpPr>
        <p:spPr>
          <a:xfrm>
            <a:off x="720000" y="812419"/>
            <a:ext cx="60943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b="1" dirty="0">
                <a:latin typeface="+mj-lt"/>
                <a:ea typeface="+mj-ea"/>
                <a:cs typeface="+mj-cs"/>
              </a:rPr>
              <a:t>Research Method</a:t>
            </a:r>
            <a:endParaRPr lang="en-US" sz="3200" b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53083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24510-F07A-739E-1B6E-ECF4D1F77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13F8A-3A83-5B24-FAE9-8A487CD93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AU" dirty="0"/>
              <a:t>Contribution ([name of member X])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0E3DF-97E8-DB51-218A-CB52E46BF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85800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4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Prepare </a:t>
            </a:r>
            <a:r>
              <a:rPr lang="en-AU" sz="2400" b="1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one slide per student member </a:t>
            </a:r>
            <a:r>
              <a:rPr lang="en-AU" sz="24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(X)</a:t>
            </a:r>
          </a:p>
          <a:p>
            <a:pPr marL="1485900" lvl="1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2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 the accompanying video, student X must present X’s contribution</a:t>
            </a:r>
            <a:endParaRPr lang="en-AU" sz="2400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685800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4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Contribution X has made, and is expected to make, </a:t>
            </a:r>
            <a:r>
              <a:rPr lang="en-AU" sz="2400" dirty="0" err="1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wrt</a:t>
            </a:r>
            <a:r>
              <a:rPr lang="en-AU" sz="24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AU" sz="2400" b="1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some</a:t>
            </a:r>
            <a:r>
              <a:rPr lang="en-AU" sz="24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AU" sz="2400" b="1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(or all) </a:t>
            </a:r>
            <a:r>
              <a:rPr lang="en-AU" sz="24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of:</a:t>
            </a:r>
          </a:p>
          <a:p>
            <a:pPr marL="1485900" lvl="1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2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forming the big picture</a:t>
            </a:r>
          </a:p>
          <a:p>
            <a:pPr marL="1485900" lvl="1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2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identifying and framing the problem</a:t>
            </a:r>
          </a:p>
          <a:p>
            <a:pPr marL="1485900" lvl="1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2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analysis and breaking down of the problem</a:t>
            </a:r>
          </a:p>
          <a:p>
            <a:pPr marL="1485900" lvl="1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2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identifying appropriate method for solving various problems</a:t>
            </a:r>
          </a:p>
          <a:p>
            <a:pPr marL="1485900" lvl="1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2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visualising the solution synthesis; identifying further gaps </a:t>
            </a:r>
          </a:p>
          <a:p>
            <a:pPr marL="1485900" lvl="1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2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addressing these gaps</a:t>
            </a:r>
          </a:p>
          <a:p>
            <a:pPr marL="1485900" lvl="1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2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preparing the report (discuss, write, check, give feedback, edit, etc.)</a:t>
            </a:r>
          </a:p>
          <a:p>
            <a:pPr marL="1485900" lvl="1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2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Preparing these slides, and the accompanying video</a:t>
            </a:r>
            <a:endParaRPr lang="en-AU" sz="2400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1485900" lvl="1"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AU" sz="2200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>
              <a:tabLst>
                <a:tab pos="457200" algn="l"/>
              </a:tabLst>
            </a:pPr>
            <a:endParaRPr lang="en-AU" sz="2400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AU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7E8BEA-6F08-95AF-D32F-237A4B24D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COMP28851, S1, 2025: Project Proposal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7FF155-9CB3-122B-5F1E-8EE2E30F2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2BCC-44E8-4F98-A8FE-EAF16D8C1E6E}" type="slidenum">
              <a:rPr lang="en-AU" smtClean="0"/>
              <a:pPr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3451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273A0-CC16-79C2-4334-077FDEE7D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C7290-78A6-31D8-861E-3AA85DB39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AU" dirty="0"/>
              <a:t>Expected Outcomes and Significance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1963B-04F4-667C-D26E-4CC99A684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685800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4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What outcomes do you expect from the project?</a:t>
            </a:r>
          </a:p>
          <a:p>
            <a:pPr marL="1485900" lvl="1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2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Should be feasible and credible</a:t>
            </a:r>
          </a:p>
          <a:p>
            <a:pPr marL="1485900" lvl="1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2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Should align with the problems and sub-problems</a:t>
            </a:r>
          </a:p>
          <a:p>
            <a:pPr marL="1885950" lvl="2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0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Solution of which problem(s) will lead to this outcome?</a:t>
            </a:r>
          </a:p>
          <a:p>
            <a:pPr marL="1485900" lvl="1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2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Should align with the research goals</a:t>
            </a:r>
          </a:p>
          <a:p>
            <a:pPr marL="1485900" lvl="1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2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 graphical depiction will be good.</a:t>
            </a:r>
          </a:p>
          <a:p>
            <a:pPr marL="685800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4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What contribution is it likely to make to the society at large?</a:t>
            </a:r>
          </a:p>
          <a:p>
            <a:pPr marL="1485900" lvl="1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2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Align with expected outcomes</a:t>
            </a:r>
          </a:p>
          <a:p>
            <a:pPr marL="1485900" lvl="1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2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It is the significance of this project’s expected outcomes, not of the field itself</a:t>
            </a:r>
          </a:p>
          <a:p>
            <a:pPr marL="1885950" lvl="2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0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don’t say, </a:t>
            </a:r>
            <a:r>
              <a:rPr lang="en-AU" sz="2000" dirty="0" err="1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eg</a:t>
            </a:r>
            <a:r>
              <a:rPr lang="en-AU" sz="20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,: </a:t>
            </a:r>
            <a:r>
              <a:rPr lang="en-AU" sz="2000" i="1" dirty="0" err="1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GenAI</a:t>
            </a:r>
            <a:r>
              <a:rPr lang="en-AU" sz="2000" i="1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market size is estimated to exceed 350 Billion USD by 2030</a:t>
            </a:r>
          </a:p>
          <a:p>
            <a:pPr marL="1485900" lvl="1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2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Avoid making general and difficult-to-believe statements</a:t>
            </a:r>
          </a:p>
          <a:p>
            <a:pPr marL="1885950" lvl="2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0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don’t say:  </a:t>
            </a:r>
            <a:r>
              <a:rPr lang="en-AU" sz="2000" i="1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it will substantially reduce online scamming</a:t>
            </a:r>
          </a:p>
          <a:p>
            <a:pPr marL="1885950" lvl="2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0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 couple of months will not be enough to solve such a problem</a:t>
            </a:r>
          </a:p>
          <a:p>
            <a:pPr marL="1485900" lvl="1"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AU" sz="2200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>
              <a:tabLst>
                <a:tab pos="457200" algn="l"/>
              </a:tabLst>
            </a:pPr>
            <a:endParaRPr lang="en-AU" sz="2400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AU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6B880E-61E6-92B9-2D78-D9D03509C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COMP28851, S1, 2025: Project Proposal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1C70DC-E492-5D81-5C02-387D1C1B7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2BCC-44E8-4F98-A8FE-EAF16D8C1E6E}" type="slidenum">
              <a:rPr lang="en-AU" smtClean="0"/>
              <a:pPr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9890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F958B-5DF6-E908-40CD-5525D3A41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B6481-0495-3F6D-B171-33AD59905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AU" dirty="0"/>
              <a:t>Timeline and 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8BB8F-DBF3-0B0F-2896-72DFEC7E0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85800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4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Provide an agreed upon project timeline</a:t>
            </a:r>
          </a:p>
          <a:p>
            <a:pPr marL="1485900" lvl="1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000" dirty="0" err="1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eg</a:t>
            </a:r>
            <a:r>
              <a:rPr lang="en-AU" sz="20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a Gantt type chart</a:t>
            </a:r>
          </a:p>
          <a:p>
            <a:pPr marL="1485900" lvl="1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0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don’t make it over too fine grained; fortnightly milestones should be fine</a:t>
            </a:r>
          </a:p>
          <a:p>
            <a:pPr marL="1485900" lvl="1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0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with each task, specify the members responsible for completing it</a:t>
            </a:r>
          </a:p>
          <a:p>
            <a:pPr marL="1485900" lvl="1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0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tasks should align with the “Research Method” and “Contribution” slides</a:t>
            </a:r>
          </a:p>
          <a:p>
            <a:pPr marL="685800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4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Q&amp;A</a:t>
            </a:r>
          </a:p>
          <a:p>
            <a:pPr marL="1143000" lvl="1" indent="0">
              <a:buNone/>
              <a:tabLst>
                <a:tab pos="457200" algn="l"/>
              </a:tabLst>
            </a:pPr>
            <a:r>
              <a:rPr lang="en-AU" sz="22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Provide one or more email addresses that audience to contact should they wish to seek some clarification, and have some questions to be answered</a:t>
            </a:r>
          </a:p>
          <a:p>
            <a:pPr marL="342900">
              <a:tabLst>
                <a:tab pos="457200" algn="l"/>
              </a:tabLst>
            </a:pPr>
            <a:endParaRPr lang="en-AU" sz="2400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AU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FD3938-786B-235B-DB7D-9DF32F56A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COMP28851, S1, 2025: Project Proposal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DC3CC8-602D-2DE0-AC69-3AD90690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2BCC-44E8-4F98-A8FE-EAF16D8C1E6E}" type="slidenum">
              <a:rPr lang="en-AU" smtClean="0"/>
              <a:pPr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3107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CC565-FE4C-8622-C657-99C98CD8C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E27B6-3E9F-8ADF-F94B-7BCD16C7C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AU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35963-57B0-C9A8-5A38-6895DFF17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85800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4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Provide a bibliography that the project has </a:t>
            </a:r>
            <a:r>
              <a:rPr lang="en-AU" sz="2400" b="1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used</a:t>
            </a:r>
            <a:r>
              <a:rPr lang="en-AU" sz="24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(and cited in these slides) </a:t>
            </a:r>
          </a:p>
          <a:p>
            <a:pPr marL="1485900" lvl="1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2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Project Proposal Report will have a fuller bibliography</a:t>
            </a:r>
          </a:p>
          <a:p>
            <a:pPr marL="1485900" lvl="1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2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Not all sources that have been consulted need to be listed here.</a:t>
            </a:r>
          </a:p>
          <a:p>
            <a:pPr marL="685800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4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Use APA7 or IEEE style</a:t>
            </a:r>
          </a:p>
          <a:p>
            <a:pPr marL="685800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4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Use a single style, consistently</a:t>
            </a:r>
          </a:p>
          <a:p>
            <a:pPr marL="685800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24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expected number of bibliographic items will vary from project to project; consult your supervisor</a:t>
            </a:r>
          </a:p>
          <a:p>
            <a:pPr marL="342900" lvl="0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AU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0CF2BF-8473-6518-CBE6-77B231B5B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COMP28851, S1, 2025: Project Proposal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A41645-B73A-2CA2-3FC0-718D6ABDF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2BCC-44E8-4F98-A8FE-EAF16D8C1E6E}" type="slidenum">
              <a:rPr lang="en-AU" smtClean="0"/>
              <a:pPr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1354845"/>
      </p:ext>
    </p:extLst>
  </p:cSld>
  <p:clrMapOvr>
    <a:masterClrMapping/>
  </p:clrMapOvr>
</p:sld>
</file>

<file path=ppt/theme/theme1.xml><?xml version="1.0" encoding="utf-8"?>
<a:theme xmlns:a="http://schemas.openxmlformats.org/drawingml/2006/main" name="MAC UNI BASIC_Round 1 Draft for feedback">
  <a:themeElements>
    <a:clrScheme name="MQU Colours">
      <a:dk1>
        <a:sysClr val="windowText" lastClr="000000"/>
      </a:dk1>
      <a:lt1>
        <a:sysClr val="window" lastClr="FFFFFF"/>
      </a:lt1>
      <a:dk2>
        <a:srgbClr val="D6D2C4"/>
      </a:dk2>
      <a:lt2>
        <a:srgbClr val="E6E4DC"/>
      </a:lt2>
      <a:accent1>
        <a:srgbClr val="A6192E"/>
      </a:accent1>
      <a:accent2>
        <a:srgbClr val="76232F"/>
      </a:accent2>
      <a:accent3>
        <a:srgbClr val="D6001C"/>
      </a:accent3>
      <a:accent4>
        <a:srgbClr val="C6007E"/>
      </a:accent4>
      <a:accent5>
        <a:srgbClr val="80225F"/>
      </a:accent5>
      <a:accent6>
        <a:srgbClr val="373A36"/>
      </a:accent6>
      <a:hlink>
        <a:srgbClr val="A6192E"/>
      </a:hlink>
      <a:folHlink>
        <a:srgbClr val="954F72"/>
      </a:folHlink>
    </a:clrScheme>
    <a:fontScheme name="MQ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7 MU Widescreen Templates v6" id="{8FD68928-20F0-40FC-B7A3-36F9C6F475B2}" vid="{C4B169D2-345F-4689-ABD4-08FC98E159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MU 16x9 Template _2016</Template>
  <TotalTime>1742</TotalTime>
  <Words>773</Words>
  <Application>Microsoft Office PowerPoint</Application>
  <PresentationFormat>Widescreen</PresentationFormat>
  <Paragraphs>109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Georgia</vt:lpstr>
      <vt:lpstr>Segoe UI</vt:lpstr>
      <vt:lpstr>Times New Roman</vt:lpstr>
      <vt:lpstr>Wingdings</vt:lpstr>
      <vt:lpstr>MAC UNI BASIC_Round 1 Draft for feedback</vt:lpstr>
      <vt:lpstr>Project Proposal [Anomaly Detection with Foundation Models for Cyber Security Applications]</vt:lpstr>
      <vt:lpstr>Big Picture</vt:lpstr>
      <vt:lpstr>Research Problem</vt:lpstr>
      <vt:lpstr>PowerPoint Presentation</vt:lpstr>
      <vt:lpstr>Contribution ([name of member X])</vt:lpstr>
      <vt:lpstr>Expected Outcomes and Significance</vt:lpstr>
      <vt:lpstr>Timeline and Q&amp;A</vt:lpstr>
      <vt:lpstr>References</vt:lpstr>
    </vt:vector>
  </TitlesOfParts>
  <Company>Visio Plan 2 Installation Only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</dc:title>
  <dc:creator>Jo Chipperfield</dc:creator>
  <cp:lastModifiedBy>Sachin Byanju</cp:lastModifiedBy>
  <cp:revision>49</cp:revision>
  <cp:lastPrinted>2016-10-17T01:23:38Z</cp:lastPrinted>
  <dcterms:created xsi:type="dcterms:W3CDTF">2024-05-16T03:55:14Z</dcterms:created>
  <dcterms:modified xsi:type="dcterms:W3CDTF">2025-03-16T07:44:10Z</dcterms:modified>
</cp:coreProperties>
</file>